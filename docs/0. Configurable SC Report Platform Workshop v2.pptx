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8"/>
  </p:notesMasterIdLst>
  <p:sldIdLst>
    <p:sldId id="264" r:id="rId2"/>
    <p:sldId id="287" r:id="rId3"/>
    <p:sldId id="278" r:id="rId4"/>
    <p:sldId id="286" r:id="rId5"/>
    <p:sldId id="369" r:id="rId6"/>
    <p:sldId id="368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7E7"/>
    <a:srgbClr val="F4CBCC"/>
    <a:srgbClr val="E61316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A7DC11-7CB1-46A1-9713-DAD73B43E9F1}" v="300" dt="2025-08-28T01:07:43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447" autoAdjust="0"/>
  </p:normalViewPr>
  <p:slideViewPr>
    <p:cSldViewPr snapToGrid="0">
      <p:cViewPr>
        <p:scale>
          <a:sx n="70" d="100"/>
          <a:sy n="70" d="100"/>
        </p:scale>
        <p:origin x="576" y="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, Yueqi" userId="0571781e-e668-497e-af33-7c1479e3a89e" providerId="ADAL" clId="{1DE49FDB-C520-4F66-877E-7A9E5CC5C4BC}"/>
    <pc:docChg chg="delSld">
      <pc:chgData name="Lu, Yueqi" userId="0571781e-e668-497e-af33-7c1479e3a89e" providerId="ADAL" clId="{1DE49FDB-C520-4F66-877E-7A9E5CC5C4BC}" dt="2025-08-28T05:49:48.707" v="1" actId="47"/>
      <pc:docMkLst>
        <pc:docMk/>
      </pc:docMkLst>
      <pc:sldChg chg="del">
        <pc:chgData name="Lu, Yueqi" userId="0571781e-e668-497e-af33-7c1479e3a89e" providerId="ADAL" clId="{1DE49FDB-C520-4F66-877E-7A9E5CC5C4BC}" dt="2025-08-28T05:49:48.707" v="1" actId="47"/>
        <pc:sldMkLst>
          <pc:docMk/>
          <pc:sldMk cId="2892027302" sldId="279"/>
        </pc:sldMkLst>
      </pc:sldChg>
      <pc:sldChg chg="del">
        <pc:chgData name="Lu, Yueqi" userId="0571781e-e668-497e-af33-7c1479e3a89e" providerId="ADAL" clId="{1DE49FDB-C520-4F66-877E-7A9E5CC5C4BC}" dt="2025-08-28T05:49:48.707" v="1" actId="47"/>
        <pc:sldMkLst>
          <pc:docMk/>
          <pc:sldMk cId="1074599952" sldId="280"/>
        </pc:sldMkLst>
      </pc:sldChg>
      <pc:sldChg chg="del">
        <pc:chgData name="Lu, Yueqi" userId="0571781e-e668-497e-af33-7c1479e3a89e" providerId="ADAL" clId="{1DE49FDB-C520-4F66-877E-7A9E5CC5C4BC}" dt="2025-08-28T05:49:48.707" v="1" actId="47"/>
        <pc:sldMkLst>
          <pc:docMk/>
          <pc:sldMk cId="3675736834" sldId="281"/>
        </pc:sldMkLst>
      </pc:sldChg>
      <pc:sldChg chg="del">
        <pc:chgData name="Lu, Yueqi" userId="0571781e-e668-497e-af33-7c1479e3a89e" providerId="ADAL" clId="{1DE49FDB-C520-4F66-877E-7A9E5CC5C4BC}" dt="2025-08-28T05:49:48.707" v="1" actId="47"/>
        <pc:sldMkLst>
          <pc:docMk/>
          <pc:sldMk cId="2656312272" sldId="288"/>
        </pc:sldMkLst>
      </pc:sldChg>
      <pc:sldChg chg="del">
        <pc:chgData name="Lu, Yueqi" userId="0571781e-e668-497e-af33-7c1479e3a89e" providerId="ADAL" clId="{1DE49FDB-C520-4F66-877E-7A9E5CC5C4BC}" dt="2025-08-28T05:49:43.162" v="0" actId="47"/>
        <pc:sldMkLst>
          <pc:docMk/>
          <pc:sldMk cId="2913912553" sldId="370"/>
        </pc:sldMkLst>
      </pc:sldChg>
    </pc:docChg>
  </pc:docChgLst>
  <pc:docChgLst>
    <pc:chgData name="Lu, Yueqi" userId="0571781e-e668-497e-af33-7c1479e3a89e" providerId="ADAL" clId="{64A7DC11-7CB1-46A1-9713-DAD73B43E9F1}"/>
    <pc:docChg chg="undo custSel addSld delSld modSld sldOrd">
      <pc:chgData name="Lu, Yueqi" userId="0571781e-e668-497e-af33-7c1479e3a89e" providerId="ADAL" clId="{64A7DC11-7CB1-46A1-9713-DAD73B43E9F1}" dt="2025-08-28T01:15:36.794" v="2796"/>
      <pc:docMkLst>
        <pc:docMk/>
      </pc:docMkLst>
      <pc:sldChg chg="modSp mod">
        <pc:chgData name="Lu, Yueqi" userId="0571781e-e668-497e-af33-7c1479e3a89e" providerId="ADAL" clId="{64A7DC11-7CB1-46A1-9713-DAD73B43E9F1}" dt="2025-08-20T02:05:16.381" v="60" actId="20577"/>
        <pc:sldMkLst>
          <pc:docMk/>
          <pc:sldMk cId="535693358" sldId="264"/>
        </pc:sldMkLst>
        <pc:spChg chg="mod">
          <ac:chgData name="Lu, Yueqi" userId="0571781e-e668-497e-af33-7c1479e3a89e" providerId="ADAL" clId="{64A7DC11-7CB1-46A1-9713-DAD73B43E9F1}" dt="2025-08-20T02:05:16.381" v="60" actId="20577"/>
          <ac:spMkLst>
            <pc:docMk/>
            <pc:sldMk cId="535693358" sldId="264"/>
            <ac:spMk id="3" creationId="{20A09192-54AB-C449-C5E1-CA0362CF8994}"/>
          </ac:spMkLst>
        </pc:spChg>
      </pc:sldChg>
      <pc:sldChg chg="addSp delSp modSp mod ord">
        <pc:chgData name="Lu, Yueqi" userId="0571781e-e668-497e-af33-7c1479e3a89e" providerId="ADAL" clId="{64A7DC11-7CB1-46A1-9713-DAD73B43E9F1}" dt="2025-08-27T03:00:10.574" v="2765"/>
        <pc:sldMkLst>
          <pc:docMk/>
          <pc:sldMk cId="2814533436" sldId="278"/>
        </pc:sldMkLst>
        <pc:spChg chg="mod">
          <ac:chgData name="Lu, Yueqi" userId="0571781e-e668-497e-af33-7c1479e3a89e" providerId="ADAL" clId="{64A7DC11-7CB1-46A1-9713-DAD73B43E9F1}" dt="2025-08-20T02:06:08.775" v="80" actId="6549"/>
          <ac:spMkLst>
            <pc:docMk/>
            <pc:sldMk cId="2814533436" sldId="278"/>
            <ac:spMk id="2" creationId="{9614CA3A-6E1D-4547-423F-546E442D975D}"/>
          </ac:spMkLst>
        </pc:spChg>
        <pc:spChg chg="mod">
          <ac:chgData name="Lu, Yueqi" userId="0571781e-e668-497e-af33-7c1479e3a89e" providerId="ADAL" clId="{64A7DC11-7CB1-46A1-9713-DAD73B43E9F1}" dt="2025-08-21T05:29:06.476" v="1616" actId="20577"/>
          <ac:spMkLst>
            <pc:docMk/>
            <pc:sldMk cId="2814533436" sldId="278"/>
            <ac:spMk id="3" creationId="{04CB2F43-09DD-7ECC-4006-EBCDBCFB9BE2}"/>
          </ac:spMkLst>
        </pc:spChg>
        <pc:spChg chg="mod">
          <ac:chgData name="Lu, Yueqi" userId="0571781e-e668-497e-af33-7c1479e3a89e" providerId="ADAL" clId="{64A7DC11-7CB1-46A1-9713-DAD73B43E9F1}" dt="2025-08-21T06:43:02.890" v="2164" actId="20577"/>
          <ac:spMkLst>
            <pc:docMk/>
            <pc:sldMk cId="2814533436" sldId="278"/>
            <ac:spMk id="20" creationId="{EF26104E-A67F-75E7-C42A-3E97A47FD100}"/>
          </ac:spMkLst>
        </pc:spChg>
        <pc:spChg chg="mod">
          <ac:chgData name="Lu, Yueqi" userId="0571781e-e668-497e-af33-7c1479e3a89e" providerId="ADAL" clId="{64A7DC11-7CB1-46A1-9713-DAD73B43E9F1}" dt="2025-08-21T06:41:57.864" v="2155" actId="14861"/>
          <ac:spMkLst>
            <pc:docMk/>
            <pc:sldMk cId="2814533436" sldId="278"/>
            <ac:spMk id="21" creationId="{6C9A1153-FB4C-B40D-57EA-779263701CE2}"/>
          </ac:spMkLst>
        </pc:spChg>
        <pc:spChg chg="mod">
          <ac:chgData name="Lu, Yueqi" userId="0571781e-e668-497e-af33-7c1479e3a89e" providerId="ADAL" clId="{64A7DC11-7CB1-46A1-9713-DAD73B43E9F1}" dt="2025-08-21T06:42:11.164" v="2158" actId="14861"/>
          <ac:spMkLst>
            <pc:docMk/>
            <pc:sldMk cId="2814533436" sldId="278"/>
            <ac:spMk id="22" creationId="{B4C2FFEF-E715-951B-11AA-5BBD96E17E00}"/>
          </ac:spMkLst>
        </pc:spChg>
        <pc:spChg chg="mod">
          <ac:chgData name="Lu, Yueqi" userId="0571781e-e668-497e-af33-7c1479e3a89e" providerId="ADAL" clId="{64A7DC11-7CB1-46A1-9713-DAD73B43E9F1}" dt="2025-08-21T06:42:02.312" v="2156" actId="14861"/>
          <ac:spMkLst>
            <pc:docMk/>
            <pc:sldMk cId="2814533436" sldId="278"/>
            <ac:spMk id="23" creationId="{1C2198CA-623F-D656-B840-E8CC794B90E0}"/>
          </ac:spMkLst>
        </pc:spChg>
        <pc:spChg chg="add mod">
          <ac:chgData name="Lu, Yueqi" userId="0571781e-e668-497e-af33-7c1479e3a89e" providerId="ADAL" clId="{64A7DC11-7CB1-46A1-9713-DAD73B43E9F1}" dt="2025-08-21T06:47:20.752" v="2247" actId="114"/>
          <ac:spMkLst>
            <pc:docMk/>
            <pc:sldMk cId="2814533436" sldId="278"/>
            <ac:spMk id="27" creationId="{9874D7AB-A78F-8798-F101-1985A224B4EA}"/>
          </ac:spMkLst>
        </pc:spChg>
        <pc:spChg chg="add mod">
          <ac:chgData name="Lu, Yueqi" userId="0571781e-e668-497e-af33-7c1479e3a89e" providerId="ADAL" clId="{64A7DC11-7CB1-46A1-9713-DAD73B43E9F1}" dt="2025-08-21T06:47:20.752" v="2247" actId="114"/>
          <ac:spMkLst>
            <pc:docMk/>
            <pc:sldMk cId="2814533436" sldId="278"/>
            <ac:spMk id="28" creationId="{E522B17A-5EA8-3CE0-F972-46749A3A25E3}"/>
          </ac:spMkLst>
        </pc:spChg>
        <pc:spChg chg="add mod">
          <ac:chgData name="Lu, Yueqi" userId="0571781e-e668-497e-af33-7c1479e3a89e" providerId="ADAL" clId="{64A7DC11-7CB1-46A1-9713-DAD73B43E9F1}" dt="2025-08-21T06:52:36.986" v="2327" actId="1076"/>
          <ac:spMkLst>
            <pc:docMk/>
            <pc:sldMk cId="2814533436" sldId="278"/>
            <ac:spMk id="30" creationId="{A1B392D5-8139-C9E4-2C61-35EB68903DBE}"/>
          </ac:spMkLst>
        </pc:spChg>
        <pc:grpChg chg="add mod">
          <ac:chgData name="Lu, Yueqi" userId="0571781e-e668-497e-af33-7c1479e3a89e" providerId="ADAL" clId="{64A7DC11-7CB1-46A1-9713-DAD73B43E9F1}" dt="2025-08-21T06:47:01.771" v="2245" actId="1076"/>
          <ac:grpSpMkLst>
            <pc:docMk/>
            <pc:sldMk cId="2814533436" sldId="278"/>
            <ac:grpSpMk id="19" creationId="{F85A771A-969C-32A3-6811-2FECB2E9C731}"/>
          </ac:grpSpMkLst>
        </pc:grpChg>
        <pc:graphicFrameChg chg="add mod modGraphic">
          <ac:chgData name="Lu, Yueqi" userId="0571781e-e668-497e-af33-7c1479e3a89e" providerId="ADAL" clId="{64A7DC11-7CB1-46A1-9713-DAD73B43E9F1}" dt="2025-08-21T09:10:04.539" v="2342"/>
          <ac:graphicFrameMkLst>
            <pc:docMk/>
            <pc:sldMk cId="2814533436" sldId="278"/>
            <ac:graphicFrameMk id="9" creationId="{BDB698F0-7B7A-16B9-B68C-FCF00FB5CDAB}"/>
          </ac:graphicFrameMkLst>
        </pc:graphicFrameChg>
        <pc:graphicFrameChg chg="add mod">
          <ac:chgData name="Lu, Yueqi" userId="0571781e-e668-497e-af33-7c1479e3a89e" providerId="ADAL" clId="{64A7DC11-7CB1-46A1-9713-DAD73B43E9F1}" dt="2025-08-27T03:00:10.574" v="2765"/>
          <ac:graphicFrameMkLst>
            <pc:docMk/>
            <pc:sldMk cId="2814533436" sldId="278"/>
            <ac:graphicFrameMk id="31" creationId="{23378259-8D06-2285-7237-439D5E842FCF}"/>
          </ac:graphicFrameMkLst>
        </pc:graphicFrameChg>
        <pc:cxnChg chg="add mod">
          <ac:chgData name="Lu, Yueqi" userId="0571781e-e668-497e-af33-7c1479e3a89e" providerId="ADAL" clId="{64A7DC11-7CB1-46A1-9713-DAD73B43E9F1}" dt="2025-08-21T06:47:01.771" v="2245" actId="1076"/>
          <ac:cxnSpMkLst>
            <pc:docMk/>
            <pc:sldMk cId="2814533436" sldId="278"/>
            <ac:cxnSpMk id="25" creationId="{1B7A0519-2B17-4A72-2618-7518AA8123F3}"/>
          </ac:cxnSpMkLst>
        </pc:cxnChg>
        <pc:cxnChg chg="add mod">
          <ac:chgData name="Lu, Yueqi" userId="0571781e-e668-497e-af33-7c1479e3a89e" providerId="ADAL" clId="{64A7DC11-7CB1-46A1-9713-DAD73B43E9F1}" dt="2025-08-21T06:47:01.771" v="2245" actId="1076"/>
          <ac:cxnSpMkLst>
            <pc:docMk/>
            <pc:sldMk cId="2814533436" sldId="278"/>
            <ac:cxnSpMk id="26" creationId="{D74A1D2F-2ACC-1EEE-5DD8-EB603559CC0C}"/>
          </ac:cxnSpMkLst>
        </pc:cxnChg>
      </pc:sldChg>
      <pc:sldChg chg="modSp add del mod modShow">
        <pc:chgData name="Lu, Yueqi" userId="0571781e-e668-497e-af33-7c1479e3a89e" providerId="ADAL" clId="{64A7DC11-7CB1-46A1-9713-DAD73B43E9F1}" dt="2025-08-22T01:44:24.050" v="2480"/>
        <pc:sldMkLst>
          <pc:docMk/>
          <pc:sldMk cId="2892027302" sldId="279"/>
        </pc:sldMkLst>
      </pc:sldChg>
      <pc:sldChg chg="modSp add del mod modShow">
        <pc:chgData name="Lu, Yueqi" userId="0571781e-e668-497e-af33-7c1479e3a89e" providerId="ADAL" clId="{64A7DC11-7CB1-46A1-9713-DAD73B43E9F1}" dt="2025-08-22T01:44:26.978" v="2481"/>
        <pc:sldMkLst>
          <pc:docMk/>
          <pc:sldMk cId="1074599952" sldId="280"/>
        </pc:sldMkLst>
      </pc:sldChg>
      <pc:sldChg chg="modSp add del mod modShow">
        <pc:chgData name="Lu, Yueqi" userId="0571781e-e668-497e-af33-7c1479e3a89e" providerId="ADAL" clId="{64A7DC11-7CB1-46A1-9713-DAD73B43E9F1}" dt="2025-08-22T01:44:20.514" v="2479"/>
        <pc:sldMkLst>
          <pc:docMk/>
          <pc:sldMk cId="3675736834" sldId="281"/>
        </pc:sldMkLst>
      </pc:sldChg>
      <pc:sldChg chg="del">
        <pc:chgData name="Lu, Yueqi" userId="0571781e-e668-497e-af33-7c1479e3a89e" providerId="ADAL" clId="{64A7DC11-7CB1-46A1-9713-DAD73B43E9F1}" dt="2025-08-20T01:54:07.329" v="0" actId="47"/>
        <pc:sldMkLst>
          <pc:docMk/>
          <pc:sldMk cId="2848105571" sldId="282"/>
        </pc:sldMkLst>
      </pc:sldChg>
      <pc:sldChg chg="del">
        <pc:chgData name="Lu, Yueqi" userId="0571781e-e668-497e-af33-7c1479e3a89e" providerId="ADAL" clId="{64A7DC11-7CB1-46A1-9713-DAD73B43E9F1}" dt="2025-08-20T01:54:07.329" v="0" actId="47"/>
        <pc:sldMkLst>
          <pc:docMk/>
          <pc:sldMk cId="2487745375" sldId="283"/>
        </pc:sldMkLst>
      </pc:sldChg>
      <pc:sldChg chg="del mod modShow">
        <pc:chgData name="Lu, Yueqi" userId="0571781e-e668-497e-af33-7c1479e3a89e" providerId="ADAL" clId="{64A7DC11-7CB1-46A1-9713-DAD73B43E9F1}" dt="2025-08-20T07:02:52.569" v="801" actId="47"/>
        <pc:sldMkLst>
          <pc:docMk/>
          <pc:sldMk cId="775553807" sldId="284"/>
        </pc:sldMkLst>
      </pc:sldChg>
      <pc:sldChg chg="del">
        <pc:chgData name="Lu, Yueqi" userId="0571781e-e668-497e-af33-7c1479e3a89e" providerId="ADAL" clId="{64A7DC11-7CB1-46A1-9713-DAD73B43E9F1}" dt="2025-08-20T01:54:07.329" v="0" actId="47"/>
        <pc:sldMkLst>
          <pc:docMk/>
          <pc:sldMk cId="869986039" sldId="285"/>
        </pc:sldMkLst>
      </pc:sldChg>
      <pc:sldChg chg="add del mod modShow">
        <pc:chgData name="Lu, Yueqi" userId="0571781e-e668-497e-af33-7c1479e3a89e" providerId="ADAL" clId="{64A7DC11-7CB1-46A1-9713-DAD73B43E9F1}" dt="2025-08-21T03:17:25.352" v="1115" actId="47"/>
        <pc:sldMkLst>
          <pc:docMk/>
          <pc:sldMk cId="2528421238" sldId="285"/>
        </pc:sldMkLst>
      </pc:sldChg>
      <pc:sldChg chg="addSp delSp modSp add mod">
        <pc:chgData name="Lu, Yueqi" userId="0571781e-e668-497e-af33-7c1479e3a89e" providerId="ADAL" clId="{64A7DC11-7CB1-46A1-9713-DAD73B43E9F1}" dt="2025-08-22T01:43:51.431" v="2454" actId="1076"/>
        <pc:sldMkLst>
          <pc:docMk/>
          <pc:sldMk cId="3627762995" sldId="286"/>
        </pc:sldMkLst>
        <pc:spChg chg="mod">
          <ac:chgData name="Lu, Yueqi" userId="0571781e-e668-497e-af33-7c1479e3a89e" providerId="ADAL" clId="{64A7DC11-7CB1-46A1-9713-DAD73B43E9F1}" dt="2025-08-20T02:25:20.869" v="257" actId="20577"/>
          <ac:spMkLst>
            <pc:docMk/>
            <pc:sldMk cId="3627762995" sldId="286"/>
            <ac:spMk id="3" creationId="{FE5FCF6D-8002-59C7-A5D2-EC138CDAA893}"/>
          </ac:spMkLst>
        </pc:spChg>
        <pc:spChg chg="add mod ord topLvl">
          <ac:chgData name="Lu, Yueqi" userId="0571781e-e668-497e-af33-7c1479e3a89e" providerId="ADAL" clId="{64A7DC11-7CB1-46A1-9713-DAD73B43E9F1}" dt="2025-08-20T02:53:21.847" v="354" actId="164"/>
          <ac:spMkLst>
            <pc:docMk/>
            <pc:sldMk cId="3627762995" sldId="286"/>
            <ac:spMk id="14" creationId="{97AB3BEF-5AD5-D458-C75B-4B313E193537}"/>
          </ac:spMkLst>
        </pc:spChg>
        <pc:spChg chg="mod topLvl">
          <ac:chgData name="Lu, Yueqi" userId="0571781e-e668-497e-af33-7c1479e3a89e" providerId="ADAL" clId="{64A7DC11-7CB1-46A1-9713-DAD73B43E9F1}" dt="2025-08-20T02:53:21.847" v="354" actId="164"/>
          <ac:spMkLst>
            <pc:docMk/>
            <pc:sldMk cId="3627762995" sldId="286"/>
            <ac:spMk id="33" creationId="{802C5B22-2329-FC95-E6EF-DF851FD5015E}"/>
          </ac:spMkLst>
        </pc:spChg>
        <pc:spChg chg="mod ord topLvl">
          <ac:chgData name="Lu, Yueqi" userId="0571781e-e668-497e-af33-7c1479e3a89e" providerId="ADAL" clId="{64A7DC11-7CB1-46A1-9713-DAD73B43E9F1}" dt="2025-08-20T02:53:21.847" v="354" actId="164"/>
          <ac:spMkLst>
            <pc:docMk/>
            <pc:sldMk cId="3627762995" sldId="286"/>
            <ac:spMk id="36" creationId="{109D1104-3961-A4BE-CCCB-65FACA164EA3}"/>
          </ac:spMkLst>
        </pc:spChg>
        <pc:spChg chg="mod topLvl">
          <ac:chgData name="Lu, Yueqi" userId="0571781e-e668-497e-af33-7c1479e3a89e" providerId="ADAL" clId="{64A7DC11-7CB1-46A1-9713-DAD73B43E9F1}" dt="2025-08-20T02:53:21.847" v="354" actId="164"/>
          <ac:spMkLst>
            <pc:docMk/>
            <pc:sldMk cId="3627762995" sldId="286"/>
            <ac:spMk id="39" creationId="{3FBB2243-A6A4-E714-36AF-6D5F95A73269}"/>
          </ac:spMkLst>
        </pc:spChg>
        <pc:spChg chg="mod topLvl">
          <ac:chgData name="Lu, Yueqi" userId="0571781e-e668-497e-af33-7c1479e3a89e" providerId="ADAL" clId="{64A7DC11-7CB1-46A1-9713-DAD73B43E9F1}" dt="2025-08-20T02:53:21.847" v="354" actId="164"/>
          <ac:spMkLst>
            <pc:docMk/>
            <pc:sldMk cId="3627762995" sldId="286"/>
            <ac:spMk id="40" creationId="{4FD4EA22-6CCA-56BE-D65C-5A1078940AC0}"/>
          </ac:spMkLst>
        </pc:spChg>
        <pc:spChg chg="mod">
          <ac:chgData name="Lu, Yueqi" userId="0571781e-e668-497e-af33-7c1479e3a89e" providerId="ADAL" clId="{64A7DC11-7CB1-46A1-9713-DAD73B43E9F1}" dt="2025-08-20T02:53:26.255" v="355"/>
          <ac:spMkLst>
            <pc:docMk/>
            <pc:sldMk cId="3627762995" sldId="286"/>
            <ac:spMk id="43" creationId="{AE16B31F-3A54-AB0E-455B-F1DA27AE3DC6}"/>
          </ac:spMkLst>
        </pc:spChg>
        <pc:spChg chg="mod">
          <ac:chgData name="Lu, Yueqi" userId="0571781e-e668-497e-af33-7c1479e3a89e" providerId="ADAL" clId="{64A7DC11-7CB1-46A1-9713-DAD73B43E9F1}" dt="2025-08-20T02:53:26.255" v="355"/>
          <ac:spMkLst>
            <pc:docMk/>
            <pc:sldMk cId="3627762995" sldId="286"/>
            <ac:spMk id="44" creationId="{31E7DC1C-DE94-08BD-7CDD-8C2811ABD2CA}"/>
          </ac:spMkLst>
        </pc:spChg>
        <pc:spChg chg="mod">
          <ac:chgData name="Lu, Yueqi" userId="0571781e-e668-497e-af33-7c1479e3a89e" providerId="ADAL" clId="{64A7DC11-7CB1-46A1-9713-DAD73B43E9F1}" dt="2025-08-20T02:59:02.599" v="473" actId="20577"/>
          <ac:spMkLst>
            <pc:docMk/>
            <pc:sldMk cId="3627762995" sldId="286"/>
            <ac:spMk id="45" creationId="{E4BC491F-E6B3-0C1A-C7C7-EED9E581E621}"/>
          </ac:spMkLst>
        </pc:spChg>
        <pc:spChg chg="mod">
          <ac:chgData name="Lu, Yueqi" userId="0571781e-e668-497e-af33-7c1479e3a89e" providerId="ADAL" clId="{64A7DC11-7CB1-46A1-9713-DAD73B43E9F1}" dt="2025-08-20T02:53:26.255" v="355"/>
          <ac:spMkLst>
            <pc:docMk/>
            <pc:sldMk cId="3627762995" sldId="286"/>
            <ac:spMk id="46" creationId="{7FDCBAB9-E5CA-9714-E8CA-8257A5C42E0C}"/>
          </ac:spMkLst>
        </pc:spChg>
        <pc:spChg chg="mod">
          <ac:chgData name="Lu, Yueqi" userId="0571781e-e668-497e-af33-7c1479e3a89e" providerId="ADAL" clId="{64A7DC11-7CB1-46A1-9713-DAD73B43E9F1}" dt="2025-08-20T02:53:26.255" v="355"/>
          <ac:spMkLst>
            <pc:docMk/>
            <pc:sldMk cId="3627762995" sldId="286"/>
            <ac:spMk id="47" creationId="{A1BD48B7-8B80-9867-68DE-48762E05B750}"/>
          </ac:spMkLst>
        </pc:spChg>
        <pc:spChg chg="mod">
          <ac:chgData name="Lu, Yueqi" userId="0571781e-e668-497e-af33-7c1479e3a89e" providerId="ADAL" clId="{64A7DC11-7CB1-46A1-9713-DAD73B43E9F1}" dt="2025-08-20T02:53:48.136" v="374"/>
          <ac:spMkLst>
            <pc:docMk/>
            <pc:sldMk cId="3627762995" sldId="286"/>
            <ac:spMk id="49" creationId="{AD538FF5-F5F0-4A13-6500-086E1FCA3857}"/>
          </ac:spMkLst>
        </pc:spChg>
        <pc:spChg chg="mod">
          <ac:chgData name="Lu, Yueqi" userId="0571781e-e668-497e-af33-7c1479e3a89e" providerId="ADAL" clId="{64A7DC11-7CB1-46A1-9713-DAD73B43E9F1}" dt="2025-08-20T02:53:48.136" v="374"/>
          <ac:spMkLst>
            <pc:docMk/>
            <pc:sldMk cId="3627762995" sldId="286"/>
            <ac:spMk id="50" creationId="{C30BE612-45E5-B51E-06BC-AEF95987D7AA}"/>
          </ac:spMkLst>
        </pc:spChg>
        <pc:spChg chg="mod">
          <ac:chgData name="Lu, Yueqi" userId="0571781e-e668-497e-af33-7c1479e3a89e" providerId="ADAL" clId="{64A7DC11-7CB1-46A1-9713-DAD73B43E9F1}" dt="2025-08-20T02:59:26.041" v="483" actId="20577"/>
          <ac:spMkLst>
            <pc:docMk/>
            <pc:sldMk cId="3627762995" sldId="286"/>
            <ac:spMk id="51" creationId="{64003074-409B-5191-4FEB-F431EDD5326B}"/>
          </ac:spMkLst>
        </pc:spChg>
        <pc:spChg chg="mod">
          <ac:chgData name="Lu, Yueqi" userId="0571781e-e668-497e-af33-7c1479e3a89e" providerId="ADAL" clId="{64A7DC11-7CB1-46A1-9713-DAD73B43E9F1}" dt="2025-08-20T02:53:48.136" v="374"/>
          <ac:spMkLst>
            <pc:docMk/>
            <pc:sldMk cId="3627762995" sldId="286"/>
            <ac:spMk id="52" creationId="{FDD6A09C-BA6C-35A7-4990-7DFF99B197BE}"/>
          </ac:spMkLst>
        </pc:spChg>
        <pc:spChg chg="mod">
          <ac:chgData name="Lu, Yueqi" userId="0571781e-e668-497e-af33-7c1479e3a89e" providerId="ADAL" clId="{64A7DC11-7CB1-46A1-9713-DAD73B43E9F1}" dt="2025-08-20T02:53:48.136" v="374"/>
          <ac:spMkLst>
            <pc:docMk/>
            <pc:sldMk cId="3627762995" sldId="286"/>
            <ac:spMk id="53" creationId="{0D76E1FA-2D05-243C-37B4-FE28B33131D9}"/>
          </ac:spMkLst>
        </pc:spChg>
        <pc:grpChg chg="add mod">
          <ac:chgData name="Lu, Yueqi" userId="0571781e-e668-497e-af33-7c1479e3a89e" providerId="ADAL" clId="{64A7DC11-7CB1-46A1-9713-DAD73B43E9F1}" dt="2025-08-20T02:54:14.704" v="467" actId="554"/>
          <ac:grpSpMkLst>
            <pc:docMk/>
            <pc:sldMk cId="3627762995" sldId="286"/>
            <ac:grpSpMk id="41" creationId="{8634F066-FE8B-CB01-7267-07099CF3461C}"/>
          </ac:grpSpMkLst>
        </pc:grpChg>
        <pc:grpChg chg="add mod">
          <ac:chgData name="Lu, Yueqi" userId="0571781e-e668-497e-af33-7c1479e3a89e" providerId="ADAL" clId="{64A7DC11-7CB1-46A1-9713-DAD73B43E9F1}" dt="2025-08-20T02:54:14.704" v="467" actId="554"/>
          <ac:grpSpMkLst>
            <pc:docMk/>
            <pc:sldMk cId="3627762995" sldId="286"/>
            <ac:grpSpMk id="42" creationId="{CE5DD123-B5BB-4CA1-11D9-046FA58991AB}"/>
          </ac:grpSpMkLst>
        </pc:grpChg>
        <pc:grpChg chg="add mod">
          <ac:chgData name="Lu, Yueqi" userId="0571781e-e668-497e-af33-7c1479e3a89e" providerId="ADAL" clId="{64A7DC11-7CB1-46A1-9713-DAD73B43E9F1}" dt="2025-08-20T02:54:14.704" v="467" actId="554"/>
          <ac:grpSpMkLst>
            <pc:docMk/>
            <pc:sldMk cId="3627762995" sldId="286"/>
            <ac:grpSpMk id="48" creationId="{278CF4F5-1F3F-1C13-B992-8348E8C927AA}"/>
          </ac:grpSpMkLst>
        </pc:grpChg>
        <pc:graphicFrameChg chg="add mod">
          <ac:chgData name="Lu, Yueqi" userId="0571781e-e668-497e-af33-7c1479e3a89e" providerId="ADAL" clId="{64A7DC11-7CB1-46A1-9713-DAD73B43E9F1}" dt="2025-08-22T01:43:51.431" v="2454" actId="1076"/>
          <ac:graphicFrameMkLst>
            <pc:docMk/>
            <pc:sldMk cId="3627762995" sldId="286"/>
            <ac:graphicFrameMk id="5" creationId="{68547DE4-EEB3-3CAC-6FDE-CF4C70797434}"/>
          </ac:graphicFrameMkLst>
        </pc:graphicFrameChg>
      </pc:sldChg>
      <pc:sldChg chg="addSp delSp modSp add mod">
        <pc:chgData name="Lu, Yueqi" userId="0571781e-e668-497e-af33-7c1479e3a89e" providerId="ADAL" clId="{64A7DC11-7CB1-46A1-9713-DAD73B43E9F1}" dt="2025-08-21T08:31:23.054" v="2330" actId="1076"/>
        <pc:sldMkLst>
          <pc:docMk/>
          <pc:sldMk cId="3983504943" sldId="287"/>
        </pc:sldMkLst>
        <pc:spChg chg="mod">
          <ac:chgData name="Lu, Yueqi" userId="0571781e-e668-497e-af33-7c1479e3a89e" providerId="ADAL" clId="{64A7DC11-7CB1-46A1-9713-DAD73B43E9F1}" dt="2025-08-21T03:17:10.600" v="1114" actId="20577"/>
          <ac:spMkLst>
            <pc:docMk/>
            <pc:sldMk cId="3983504943" sldId="287"/>
            <ac:spMk id="3" creationId="{D3EACA67-D88E-7FB3-D9C4-1E726171254B}"/>
          </ac:spMkLst>
        </pc:spChg>
        <pc:spChg chg="mod">
          <ac:chgData name="Lu, Yueqi" userId="0571781e-e668-497e-af33-7c1479e3a89e" providerId="ADAL" clId="{64A7DC11-7CB1-46A1-9713-DAD73B43E9F1}" dt="2025-08-20T05:42:01.200" v="534" actId="1076"/>
          <ac:spMkLst>
            <pc:docMk/>
            <pc:sldMk cId="3983504943" sldId="287"/>
            <ac:spMk id="4" creationId="{564AC2DC-7B50-230B-6EF3-8AD966EC0AC6}"/>
          </ac:spMkLst>
        </pc:spChg>
        <pc:spChg chg="add mod">
          <ac:chgData name="Lu, Yueqi" userId="0571781e-e668-497e-af33-7c1479e3a89e" providerId="ADAL" clId="{64A7DC11-7CB1-46A1-9713-DAD73B43E9F1}" dt="2025-08-21T03:14:03.656" v="1109" actId="113"/>
          <ac:spMkLst>
            <pc:docMk/>
            <pc:sldMk cId="3983504943" sldId="287"/>
            <ac:spMk id="5" creationId="{7D2730E5-2D70-C579-F7D2-4EA0968AAF87}"/>
          </ac:spMkLst>
        </pc:spChg>
        <pc:spChg chg="add mod">
          <ac:chgData name="Lu, Yueqi" userId="0571781e-e668-497e-af33-7c1479e3a89e" providerId="ADAL" clId="{64A7DC11-7CB1-46A1-9713-DAD73B43E9F1}" dt="2025-08-21T03:12:12.376" v="1085" actId="21"/>
          <ac:spMkLst>
            <pc:docMk/>
            <pc:sldMk cId="3983504943" sldId="287"/>
            <ac:spMk id="7" creationId="{06995933-BCFA-D8C9-094F-1BF1EDBA0100}"/>
          </ac:spMkLst>
        </pc:spChg>
        <pc:spChg chg="add mod">
          <ac:chgData name="Lu, Yueqi" userId="0571781e-e668-497e-af33-7c1479e3a89e" providerId="ADAL" clId="{64A7DC11-7CB1-46A1-9713-DAD73B43E9F1}" dt="2025-08-20T05:59:16.444" v="779" actId="14100"/>
          <ac:spMkLst>
            <pc:docMk/>
            <pc:sldMk cId="3983504943" sldId="287"/>
            <ac:spMk id="87" creationId="{4048BE84-E17D-478B-31E5-C6169E80E300}"/>
          </ac:spMkLst>
        </pc:spChg>
        <pc:spChg chg="mod">
          <ac:chgData name="Lu, Yueqi" userId="0571781e-e668-497e-af33-7c1479e3a89e" providerId="ADAL" clId="{64A7DC11-7CB1-46A1-9713-DAD73B43E9F1}" dt="2025-08-21T03:01:41.876" v="1012" actId="164"/>
          <ac:spMkLst>
            <pc:docMk/>
            <pc:sldMk cId="3983504943" sldId="287"/>
            <ac:spMk id="88" creationId="{EFCFAEF9-0442-B90E-FCDB-510B806893F9}"/>
          </ac:spMkLst>
        </pc:spChg>
        <pc:spChg chg="mod">
          <ac:chgData name="Lu, Yueqi" userId="0571781e-e668-497e-af33-7c1479e3a89e" providerId="ADAL" clId="{64A7DC11-7CB1-46A1-9713-DAD73B43E9F1}" dt="2025-08-21T06:48:57.914" v="2321" actId="1035"/>
          <ac:spMkLst>
            <pc:docMk/>
            <pc:sldMk cId="3983504943" sldId="287"/>
            <ac:spMk id="91" creationId="{D63D337F-2E3F-F62B-0A88-18CDA25060B4}"/>
          </ac:spMkLst>
        </pc:spChg>
        <pc:spChg chg="mod">
          <ac:chgData name="Lu, Yueqi" userId="0571781e-e668-497e-af33-7c1479e3a89e" providerId="ADAL" clId="{64A7DC11-7CB1-46A1-9713-DAD73B43E9F1}" dt="2025-08-20T05:41:01.440" v="526"/>
          <ac:spMkLst>
            <pc:docMk/>
            <pc:sldMk cId="3983504943" sldId="287"/>
            <ac:spMk id="92" creationId="{D3489F86-AF84-698B-8EE7-F4FA9937AC16}"/>
          </ac:spMkLst>
        </pc:spChg>
        <pc:spChg chg="mod">
          <ac:chgData name="Lu, Yueqi" userId="0571781e-e668-497e-af33-7c1479e3a89e" providerId="ADAL" clId="{64A7DC11-7CB1-46A1-9713-DAD73B43E9F1}" dt="2025-08-20T05:41:01.440" v="526"/>
          <ac:spMkLst>
            <pc:docMk/>
            <pc:sldMk cId="3983504943" sldId="287"/>
            <ac:spMk id="99" creationId="{32743008-6E8F-FF83-91F8-3B7AB014B444}"/>
          </ac:spMkLst>
        </pc:spChg>
        <pc:spChg chg="mod">
          <ac:chgData name="Lu, Yueqi" userId="0571781e-e668-497e-af33-7c1479e3a89e" providerId="ADAL" clId="{64A7DC11-7CB1-46A1-9713-DAD73B43E9F1}" dt="2025-08-21T06:48:57.914" v="2321" actId="1035"/>
          <ac:spMkLst>
            <pc:docMk/>
            <pc:sldMk cId="3983504943" sldId="287"/>
            <ac:spMk id="134" creationId="{EBBBA8DE-251A-1D6F-DEC0-45428D2A1970}"/>
          </ac:spMkLst>
        </pc:spChg>
        <pc:spChg chg="mod">
          <ac:chgData name="Lu, Yueqi" userId="0571781e-e668-497e-af33-7c1479e3a89e" providerId="ADAL" clId="{64A7DC11-7CB1-46A1-9713-DAD73B43E9F1}" dt="2025-08-20T05:41:01.440" v="526"/>
          <ac:spMkLst>
            <pc:docMk/>
            <pc:sldMk cId="3983504943" sldId="287"/>
            <ac:spMk id="136" creationId="{4F120969-5635-D166-7115-9129FBD218FE}"/>
          </ac:spMkLst>
        </pc:spChg>
        <pc:spChg chg="mod">
          <ac:chgData name="Lu, Yueqi" userId="0571781e-e668-497e-af33-7c1479e3a89e" providerId="ADAL" clId="{64A7DC11-7CB1-46A1-9713-DAD73B43E9F1}" dt="2025-08-20T05:41:01.440" v="526"/>
          <ac:spMkLst>
            <pc:docMk/>
            <pc:sldMk cId="3983504943" sldId="287"/>
            <ac:spMk id="137" creationId="{0FCD1ADD-9324-05E8-BFF3-34B65EB93ADE}"/>
          </ac:spMkLst>
        </pc:spChg>
        <pc:spChg chg="mod">
          <ac:chgData name="Lu, Yueqi" userId="0571781e-e668-497e-af33-7c1479e3a89e" providerId="ADAL" clId="{64A7DC11-7CB1-46A1-9713-DAD73B43E9F1}" dt="2025-08-20T05:41:01.440" v="526"/>
          <ac:spMkLst>
            <pc:docMk/>
            <pc:sldMk cId="3983504943" sldId="287"/>
            <ac:spMk id="142" creationId="{60A3ADCB-3C0F-85FE-C550-A008D8EC14CA}"/>
          </ac:spMkLst>
        </pc:spChg>
        <pc:spChg chg="mod">
          <ac:chgData name="Lu, Yueqi" userId="0571781e-e668-497e-af33-7c1479e3a89e" providerId="ADAL" clId="{64A7DC11-7CB1-46A1-9713-DAD73B43E9F1}" dt="2025-08-21T06:48:57.914" v="2321" actId="1035"/>
          <ac:spMkLst>
            <pc:docMk/>
            <pc:sldMk cId="3983504943" sldId="287"/>
            <ac:spMk id="145" creationId="{B6630F4D-FF20-E006-C06F-EE74DE64DCEF}"/>
          </ac:spMkLst>
        </pc:spChg>
        <pc:spChg chg="mod topLvl">
          <ac:chgData name="Lu, Yueqi" userId="0571781e-e668-497e-af33-7c1479e3a89e" providerId="ADAL" clId="{64A7DC11-7CB1-46A1-9713-DAD73B43E9F1}" dt="2025-08-20T07:27:48.456" v="951" actId="207"/>
          <ac:spMkLst>
            <pc:docMk/>
            <pc:sldMk cId="3983504943" sldId="287"/>
            <ac:spMk id="148" creationId="{6BE92E0D-7192-E505-FC37-E21EF6BFB28D}"/>
          </ac:spMkLst>
        </pc:spChg>
        <pc:spChg chg="mod">
          <ac:chgData name="Lu, Yueqi" userId="0571781e-e668-497e-af33-7c1479e3a89e" providerId="ADAL" clId="{64A7DC11-7CB1-46A1-9713-DAD73B43E9F1}" dt="2025-08-20T07:09:48.623" v="823" actId="403"/>
          <ac:spMkLst>
            <pc:docMk/>
            <pc:sldMk cId="3983504943" sldId="287"/>
            <ac:spMk id="151" creationId="{C63E8243-5401-1009-1F8F-E5488648ED9D}"/>
          </ac:spMkLst>
        </pc:spChg>
        <pc:spChg chg="mod">
          <ac:chgData name="Lu, Yueqi" userId="0571781e-e668-497e-af33-7c1479e3a89e" providerId="ADAL" clId="{64A7DC11-7CB1-46A1-9713-DAD73B43E9F1}" dt="2025-08-20T05:42:45.444" v="580" actId="1037"/>
          <ac:spMkLst>
            <pc:docMk/>
            <pc:sldMk cId="3983504943" sldId="287"/>
            <ac:spMk id="154" creationId="{92B494B8-2941-6E95-72D2-397A3122CD53}"/>
          </ac:spMkLst>
        </pc:spChg>
        <pc:spChg chg="mod">
          <ac:chgData name="Lu, Yueqi" userId="0571781e-e668-497e-af33-7c1479e3a89e" providerId="ADAL" clId="{64A7DC11-7CB1-46A1-9713-DAD73B43E9F1}" dt="2025-08-21T06:48:57.914" v="2321" actId="1035"/>
          <ac:spMkLst>
            <pc:docMk/>
            <pc:sldMk cId="3983504943" sldId="287"/>
            <ac:spMk id="155" creationId="{8F99BA8F-ADEC-D958-CFFD-32D310CAD0D2}"/>
          </ac:spMkLst>
        </pc:spChg>
        <pc:spChg chg="mod">
          <ac:chgData name="Lu, Yueqi" userId="0571781e-e668-497e-af33-7c1479e3a89e" providerId="ADAL" clId="{64A7DC11-7CB1-46A1-9713-DAD73B43E9F1}" dt="2025-08-20T05:42:45.444" v="580" actId="1037"/>
          <ac:spMkLst>
            <pc:docMk/>
            <pc:sldMk cId="3983504943" sldId="287"/>
            <ac:spMk id="156" creationId="{40DC4FC6-879F-F7C0-1E4F-52092D3F6F87}"/>
          </ac:spMkLst>
        </pc:spChg>
        <pc:spChg chg="mod">
          <ac:chgData name="Lu, Yueqi" userId="0571781e-e668-497e-af33-7c1479e3a89e" providerId="ADAL" clId="{64A7DC11-7CB1-46A1-9713-DAD73B43E9F1}" dt="2025-08-20T05:42:45.444" v="580" actId="1037"/>
          <ac:spMkLst>
            <pc:docMk/>
            <pc:sldMk cId="3983504943" sldId="287"/>
            <ac:spMk id="157" creationId="{C1E78550-62C4-22D3-C1E0-EBB65DA12949}"/>
          </ac:spMkLst>
        </pc:spChg>
        <pc:spChg chg="mod">
          <ac:chgData name="Lu, Yueqi" userId="0571781e-e668-497e-af33-7c1479e3a89e" providerId="ADAL" clId="{64A7DC11-7CB1-46A1-9713-DAD73B43E9F1}" dt="2025-08-20T05:42:45.444" v="580" actId="1037"/>
          <ac:spMkLst>
            <pc:docMk/>
            <pc:sldMk cId="3983504943" sldId="287"/>
            <ac:spMk id="158" creationId="{2734A718-2891-43D9-D108-315A010D9060}"/>
          </ac:spMkLst>
        </pc:spChg>
        <pc:spChg chg="mod">
          <ac:chgData name="Lu, Yueqi" userId="0571781e-e668-497e-af33-7c1479e3a89e" providerId="ADAL" clId="{64A7DC11-7CB1-46A1-9713-DAD73B43E9F1}" dt="2025-08-21T06:48:57.914" v="2321" actId="1035"/>
          <ac:spMkLst>
            <pc:docMk/>
            <pc:sldMk cId="3983504943" sldId="287"/>
            <ac:spMk id="160" creationId="{D619969D-7414-7574-2F43-D03572559CBC}"/>
          </ac:spMkLst>
        </pc:spChg>
        <pc:spChg chg="mod">
          <ac:chgData name="Lu, Yueqi" userId="0571781e-e668-497e-af33-7c1479e3a89e" providerId="ADAL" clId="{64A7DC11-7CB1-46A1-9713-DAD73B43E9F1}" dt="2025-08-20T05:42:45.444" v="580" actId="1037"/>
          <ac:spMkLst>
            <pc:docMk/>
            <pc:sldMk cId="3983504943" sldId="287"/>
            <ac:spMk id="161" creationId="{4697FB32-8474-55CF-6638-A084E98CAB3A}"/>
          </ac:spMkLst>
        </pc:spChg>
        <pc:spChg chg="mod">
          <ac:chgData name="Lu, Yueqi" userId="0571781e-e668-497e-af33-7c1479e3a89e" providerId="ADAL" clId="{64A7DC11-7CB1-46A1-9713-DAD73B43E9F1}" dt="2025-08-20T05:41:17.708" v="528" actId="165"/>
          <ac:spMkLst>
            <pc:docMk/>
            <pc:sldMk cId="3983504943" sldId="287"/>
            <ac:spMk id="163" creationId="{ADEBC7C5-28EA-43B9-E10D-9C0BCB1E2CC2}"/>
          </ac:spMkLst>
        </pc:spChg>
        <pc:spChg chg="mod">
          <ac:chgData name="Lu, Yueqi" userId="0571781e-e668-497e-af33-7c1479e3a89e" providerId="ADAL" clId="{64A7DC11-7CB1-46A1-9713-DAD73B43E9F1}" dt="2025-08-20T05:41:17.708" v="528" actId="165"/>
          <ac:spMkLst>
            <pc:docMk/>
            <pc:sldMk cId="3983504943" sldId="287"/>
            <ac:spMk id="164" creationId="{D161AF22-0DA1-D8B9-2DCB-A1C8211A28C3}"/>
          </ac:spMkLst>
        </pc:spChg>
        <pc:spChg chg="mod">
          <ac:chgData name="Lu, Yueqi" userId="0571781e-e668-497e-af33-7c1479e3a89e" providerId="ADAL" clId="{64A7DC11-7CB1-46A1-9713-DAD73B43E9F1}" dt="2025-08-21T06:48:57.914" v="2321" actId="1035"/>
          <ac:spMkLst>
            <pc:docMk/>
            <pc:sldMk cId="3983504943" sldId="287"/>
            <ac:spMk id="168" creationId="{EFBC759E-A972-10C9-B61F-373CB55E424C}"/>
          </ac:spMkLst>
        </pc:spChg>
        <pc:spChg chg="mod">
          <ac:chgData name="Lu, Yueqi" userId="0571781e-e668-497e-af33-7c1479e3a89e" providerId="ADAL" clId="{64A7DC11-7CB1-46A1-9713-DAD73B43E9F1}" dt="2025-08-20T05:43:23.792" v="633"/>
          <ac:spMkLst>
            <pc:docMk/>
            <pc:sldMk cId="3983504943" sldId="287"/>
            <ac:spMk id="169" creationId="{84BB60F7-4240-9367-0FBA-1B06550C52F0}"/>
          </ac:spMkLst>
        </pc:spChg>
        <pc:spChg chg="mod">
          <ac:chgData name="Lu, Yueqi" userId="0571781e-e668-497e-af33-7c1479e3a89e" providerId="ADAL" clId="{64A7DC11-7CB1-46A1-9713-DAD73B43E9F1}" dt="2025-08-20T05:43:23.792" v="633"/>
          <ac:spMkLst>
            <pc:docMk/>
            <pc:sldMk cId="3983504943" sldId="287"/>
            <ac:spMk id="170" creationId="{3B8F8B2A-19A1-3CD8-159D-98BF4EA10555}"/>
          </ac:spMkLst>
        </pc:spChg>
        <pc:spChg chg="mod">
          <ac:chgData name="Lu, Yueqi" userId="0571781e-e668-497e-af33-7c1479e3a89e" providerId="ADAL" clId="{64A7DC11-7CB1-46A1-9713-DAD73B43E9F1}" dt="2025-08-21T06:48:57.914" v="2321" actId="1035"/>
          <ac:spMkLst>
            <pc:docMk/>
            <pc:sldMk cId="3983504943" sldId="287"/>
            <ac:spMk id="171" creationId="{99020A83-4B37-EA6B-4650-4DA0C7ED1B29}"/>
          </ac:spMkLst>
        </pc:spChg>
        <pc:spChg chg="mod">
          <ac:chgData name="Lu, Yueqi" userId="0571781e-e668-497e-af33-7c1479e3a89e" providerId="ADAL" clId="{64A7DC11-7CB1-46A1-9713-DAD73B43E9F1}" dt="2025-08-20T05:43:23.792" v="633"/>
          <ac:spMkLst>
            <pc:docMk/>
            <pc:sldMk cId="3983504943" sldId="287"/>
            <ac:spMk id="172" creationId="{7FE54A6A-8034-699C-14D9-F9C6B9A1BA70}"/>
          </ac:spMkLst>
        </pc:spChg>
        <pc:spChg chg="mod">
          <ac:chgData name="Lu, Yueqi" userId="0571781e-e668-497e-af33-7c1479e3a89e" providerId="ADAL" clId="{64A7DC11-7CB1-46A1-9713-DAD73B43E9F1}" dt="2025-08-20T05:43:33.195" v="635"/>
          <ac:spMkLst>
            <pc:docMk/>
            <pc:sldMk cId="3983504943" sldId="287"/>
            <ac:spMk id="175" creationId="{745CEF33-457E-9384-B3AA-38C83562262E}"/>
          </ac:spMkLst>
        </pc:spChg>
        <pc:spChg chg="mod">
          <ac:chgData name="Lu, Yueqi" userId="0571781e-e668-497e-af33-7c1479e3a89e" providerId="ADAL" clId="{64A7DC11-7CB1-46A1-9713-DAD73B43E9F1}" dt="2025-08-21T06:48:57.914" v="2321" actId="1035"/>
          <ac:spMkLst>
            <pc:docMk/>
            <pc:sldMk cId="3983504943" sldId="287"/>
            <ac:spMk id="176" creationId="{71D0B0F1-34A0-AC70-5C09-7666755DE110}"/>
          </ac:spMkLst>
        </pc:spChg>
        <pc:spChg chg="mod">
          <ac:chgData name="Lu, Yueqi" userId="0571781e-e668-497e-af33-7c1479e3a89e" providerId="ADAL" clId="{64A7DC11-7CB1-46A1-9713-DAD73B43E9F1}" dt="2025-08-20T05:43:33.195" v="635"/>
          <ac:spMkLst>
            <pc:docMk/>
            <pc:sldMk cId="3983504943" sldId="287"/>
            <ac:spMk id="177" creationId="{61850D25-3D4D-3809-29B3-70E043B97E1C}"/>
          </ac:spMkLst>
        </pc:spChg>
        <pc:spChg chg="mod">
          <ac:chgData name="Lu, Yueqi" userId="0571781e-e668-497e-af33-7c1479e3a89e" providerId="ADAL" clId="{64A7DC11-7CB1-46A1-9713-DAD73B43E9F1}" dt="2025-08-20T05:43:33.195" v="635"/>
          <ac:spMkLst>
            <pc:docMk/>
            <pc:sldMk cId="3983504943" sldId="287"/>
            <ac:spMk id="178" creationId="{178FE4EB-BAC9-E646-150B-ED2216F10A3A}"/>
          </ac:spMkLst>
        </pc:spChg>
        <pc:spChg chg="mod">
          <ac:chgData name="Lu, Yueqi" userId="0571781e-e668-497e-af33-7c1479e3a89e" providerId="ADAL" clId="{64A7DC11-7CB1-46A1-9713-DAD73B43E9F1}" dt="2025-08-20T05:43:33.195" v="635"/>
          <ac:spMkLst>
            <pc:docMk/>
            <pc:sldMk cId="3983504943" sldId="287"/>
            <ac:spMk id="179" creationId="{A2EA7DEB-A28A-7688-21E1-ECAD7C3A6A49}"/>
          </ac:spMkLst>
        </pc:spChg>
        <pc:spChg chg="add mod">
          <ac:chgData name="Lu, Yueqi" userId="0571781e-e668-497e-af33-7c1479e3a89e" providerId="ADAL" clId="{64A7DC11-7CB1-46A1-9713-DAD73B43E9F1}" dt="2025-08-20T07:27:32.635" v="950" actId="207"/>
          <ac:spMkLst>
            <pc:docMk/>
            <pc:sldMk cId="3983504943" sldId="287"/>
            <ac:spMk id="180" creationId="{D2CDB582-35DB-2F93-2B78-08FDFB3AA5CB}"/>
          </ac:spMkLst>
        </pc:spChg>
        <pc:spChg chg="add mod">
          <ac:chgData name="Lu, Yueqi" userId="0571781e-e668-497e-af33-7c1479e3a89e" providerId="ADAL" clId="{64A7DC11-7CB1-46A1-9713-DAD73B43E9F1}" dt="2025-08-21T03:02:10.987" v="1044" actId="207"/>
          <ac:spMkLst>
            <pc:docMk/>
            <pc:sldMk cId="3983504943" sldId="287"/>
            <ac:spMk id="181" creationId="{0E0ED774-2976-5424-6A49-9875C22AB373}"/>
          </ac:spMkLst>
        </pc:spChg>
        <pc:spChg chg="add mod">
          <ac:chgData name="Lu, Yueqi" userId="0571781e-e668-497e-af33-7c1479e3a89e" providerId="ADAL" clId="{64A7DC11-7CB1-46A1-9713-DAD73B43E9F1}" dt="2025-08-21T03:01:41.876" v="1012" actId="164"/>
          <ac:spMkLst>
            <pc:docMk/>
            <pc:sldMk cId="3983504943" sldId="287"/>
            <ac:spMk id="185" creationId="{81EF8FFF-2DFA-D732-1716-9E0CB2EC3B36}"/>
          </ac:spMkLst>
        </pc:spChg>
        <pc:spChg chg="add mod">
          <ac:chgData name="Lu, Yueqi" userId="0571781e-e668-497e-af33-7c1479e3a89e" providerId="ADAL" clId="{64A7DC11-7CB1-46A1-9713-DAD73B43E9F1}" dt="2025-08-20T07:28:05.785" v="953" actId="207"/>
          <ac:spMkLst>
            <pc:docMk/>
            <pc:sldMk cId="3983504943" sldId="287"/>
            <ac:spMk id="186" creationId="{0F0FD22D-2355-409A-EAFB-A5D0834CE451}"/>
          </ac:spMkLst>
        </pc:spChg>
        <pc:spChg chg="add mod ord">
          <ac:chgData name="Lu, Yueqi" userId="0571781e-e668-497e-af33-7c1479e3a89e" providerId="ADAL" clId="{64A7DC11-7CB1-46A1-9713-DAD73B43E9F1}" dt="2025-08-20T07:27:55.500" v="952" actId="207"/>
          <ac:spMkLst>
            <pc:docMk/>
            <pc:sldMk cId="3983504943" sldId="287"/>
            <ac:spMk id="187" creationId="{5DE0AF31-F880-6C3E-877D-E8DF3507DE1D}"/>
          </ac:spMkLst>
        </pc:spChg>
        <pc:spChg chg="add mod ord">
          <ac:chgData name="Lu, Yueqi" userId="0571781e-e668-497e-af33-7c1479e3a89e" providerId="ADAL" clId="{64A7DC11-7CB1-46A1-9713-DAD73B43E9F1}" dt="2025-08-21T03:01:15.758" v="1011" actId="208"/>
          <ac:spMkLst>
            <pc:docMk/>
            <pc:sldMk cId="3983504943" sldId="287"/>
            <ac:spMk id="188" creationId="{E7B5CE58-AA4D-F157-0471-E67738BAF6BC}"/>
          </ac:spMkLst>
        </pc:spChg>
        <pc:spChg chg="add mod">
          <ac:chgData name="Lu, Yueqi" userId="0571781e-e668-497e-af33-7c1479e3a89e" providerId="ADAL" clId="{64A7DC11-7CB1-46A1-9713-DAD73B43E9F1}" dt="2025-08-20T07:28:05.785" v="953" actId="207"/>
          <ac:spMkLst>
            <pc:docMk/>
            <pc:sldMk cId="3983504943" sldId="287"/>
            <ac:spMk id="189" creationId="{6CB9B364-C619-5803-9DFC-5D7951433021}"/>
          </ac:spMkLst>
        </pc:spChg>
        <pc:spChg chg="add mod">
          <ac:chgData name="Lu, Yueqi" userId="0571781e-e668-497e-af33-7c1479e3a89e" providerId="ADAL" clId="{64A7DC11-7CB1-46A1-9713-DAD73B43E9F1}" dt="2025-08-21T06:48:57.914" v="2321" actId="1035"/>
          <ac:spMkLst>
            <pc:docMk/>
            <pc:sldMk cId="3983504943" sldId="287"/>
            <ac:spMk id="190" creationId="{CAFB70F2-CA98-AA10-B513-BA2AD430F12A}"/>
          </ac:spMkLst>
        </pc:spChg>
        <pc:spChg chg="add mod">
          <ac:chgData name="Lu, Yueqi" userId="0571781e-e668-497e-af33-7c1479e3a89e" providerId="ADAL" clId="{64A7DC11-7CB1-46A1-9713-DAD73B43E9F1}" dt="2025-08-21T03:01:41.876" v="1012" actId="164"/>
          <ac:spMkLst>
            <pc:docMk/>
            <pc:sldMk cId="3983504943" sldId="287"/>
            <ac:spMk id="191" creationId="{E9B8C8D8-032F-3BBC-8D10-B4BF73187072}"/>
          </ac:spMkLst>
        </pc:spChg>
        <pc:spChg chg="add mod">
          <ac:chgData name="Lu, Yueqi" userId="0571781e-e668-497e-af33-7c1479e3a89e" providerId="ADAL" clId="{64A7DC11-7CB1-46A1-9713-DAD73B43E9F1}" dt="2025-08-21T03:01:41.876" v="1012" actId="164"/>
          <ac:spMkLst>
            <pc:docMk/>
            <pc:sldMk cId="3983504943" sldId="287"/>
            <ac:spMk id="192" creationId="{5EDA2C20-9DD6-69A3-642C-CC1D6F2BD224}"/>
          </ac:spMkLst>
        </pc:spChg>
        <pc:spChg chg="add mod">
          <ac:chgData name="Lu, Yueqi" userId="0571781e-e668-497e-af33-7c1479e3a89e" providerId="ADAL" clId="{64A7DC11-7CB1-46A1-9713-DAD73B43E9F1}" dt="2025-08-21T03:01:41.876" v="1012" actId="164"/>
          <ac:spMkLst>
            <pc:docMk/>
            <pc:sldMk cId="3983504943" sldId="287"/>
            <ac:spMk id="195" creationId="{FFE9E0BE-9CE4-C607-738F-E265D9971C8E}"/>
          </ac:spMkLst>
        </pc:spChg>
        <pc:spChg chg="add mod">
          <ac:chgData name="Lu, Yueqi" userId="0571781e-e668-497e-af33-7c1479e3a89e" providerId="ADAL" clId="{64A7DC11-7CB1-46A1-9713-DAD73B43E9F1}" dt="2025-08-21T03:01:41.876" v="1012" actId="164"/>
          <ac:spMkLst>
            <pc:docMk/>
            <pc:sldMk cId="3983504943" sldId="287"/>
            <ac:spMk id="196" creationId="{29343F11-B401-628C-7D2B-1D4090ECB2A2}"/>
          </ac:spMkLst>
        </pc:spChg>
        <pc:spChg chg="add mod">
          <ac:chgData name="Lu, Yueqi" userId="0571781e-e668-497e-af33-7c1479e3a89e" providerId="ADAL" clId="{64A7DC11-7CB1-46A1-9713-DAD73B43E9F1}" dt="2025-08-21T03:00:59.220" v="1009" actId="207"/>
          <ac:spMkLst>
            <pc:docMk/>
            <pc:sldMk cId="3983504943" sldId="287"/>
            <ac:spMk id="197" creationId="{AC38665C-7423-12BE-CFE7-79F71B451D89}"/>
          </ac:spMkLst>
        </pc:spChg>
        <pc:spChg chg="add mod">
          <ac:chgData name="Lu, Yueqi" userId="0571781e-e668-497e-af33-7c1479e3a89e" providerId="ADAL" clId="{64A7DC11-7CB1-46A1-9713-DAD73B43E9F1}" dt="2025-08-21T03:01:41.876" v="1012" actId="164"/>
          <ac:spMkLst>
            <pc:docMk/>
            <pc:sldMk cId="3983504943" sldId="287"/>
            <ac:spMk id="198" creationId="{DE603BBA-79F6-D247-BD18-E372E1A00AF6}"/>
          </ac:spMkLst>
        </pc:spChg>
        <pc:spChg chg="add mod">
          <ac:chgData name="Lu, Yueqi" userId="0571781e-e668-497e-af33-7c1479e3a89e" providerId="ADAL" clId="{64A7DC11-7CB1-46A1-9713-DAD73B43E9F1}" dt="2025-08-21T06:48:57.914" v="2321" actId="1035"/>
          <ac:spMkLst>
            <pc:docMk/>
            <pc:sldMk cId="3983504943" sldId="287"/>
            <ac:spMk id="199" creationId="{833C9D4A-5731-F626-4BDC-6337FB765B4B}"/>
          </ac:spMkLst>
        </pc:spChg>
        <pc:spChg chg="add mod">
          <ac:chgData name="Lu, Yueqi" userId="0571781e-e668-497e-af33-7c1479e3a89e" providerId="ADAL" clId="{64A7DC11-7CB1-46A1-9713-DAD73B43E9F1}" dt="2025-08-21T03:01:41.876" v="1012" actId="164"/>
          <ac:spMkLst>
            <pc:docMk/>
            <pc:sldMk cId="3983504943" sldId="287"/>
            <ac:spMk id="200" creationId="{1AE1F5BE-7283-C82B-678B-98E4E044E4BA}"/>
          </ac:spMkLst>
        </pc:spChg>
        <pc:spChg chg="add mod">
          <ac:chgData name="Lu, Yueqi" userId="0571781e-e668-497e-af33-7c1479e3a89e" providerId="ADAL" clId="{64A7DC11-7CB1-46A1-9713-DAD73B43E9F1}" dt="2025-08-21T03:00:59.220" v="1009" actId="207"/>
          <ac:spMkLst>
            <pc:docMk/>
            <pc:sldMk cId="3983504943" sldId="287"/>
            <ac:spMk id="201" creationId="{EAC73B85-BC03-B376-5B1B-BCCC3299E442}"/>
          </ac:spMkLst>
        </pc:spChg>
        <pc:spChg chg="add mod">
          <ac:chgData name="Lu, Yueqi" userId="0571781e-e668-497e-af33-7c1479e3a89e" providerId="ADAL" clId="{64A7DC11-7CB1-46A1-9713-DAD73B43E9F1}" dt="2025-08-21T03:14:03.656" v="1109" actId="113"/>
          <ac:spMkLst>
            <pc:docMk/>
            <pc:sldMk cId="3983504943" sldId="287"/>
            <ac:spMk id="202" creationId="{0050A27D-7F05-607D-4995-66E2627D1681}"/>
          </ac:spMkLst>
        </pc:spChg>
        <pc:grpChg chg="mod">
          <ac:chgData name="Lu, Yueqi" userId="0571781e-e668-497e-af33-7c1479e3a89e" providerId="ADAL" clId="{64A7DC11-7CB1-46A1-9713-DAD73B43E9F1}" dt="2025-08-21T05:31:49.334" v="1632" actId="14100"/>
          <ac:grpSpMkLst>
            <pc:docMk/>
            <pc:sldMk cId="3983504943" sldId="287"/>
            <ac:grpSpMk id="6" creationId="{1999A59C-07BE-9746-1887-CEEF8C634098}"/>
          </ac:grpSpMkLst>
        </pc:grpChg>
        <pc:grpChg chg="mod">
          <ac:chgData name="Lu, Yueqi" userId="0571781e-e668-497e-af33-7c1479e3a89e" providerId="ADAL" clId="{64A7DC11-7CB1-46A1-9713-DAD73B43E9F1}" dt="2025-08-20T06:03:08.649" v="784" actId="164"/>
          <ac:grpSpMkLst>
            <pc:docMk/>
            <pc:sldMk cId="3983504943" sldId="287"/>
            <ac:grpSpMk id="89" creationId="{AA3E1C27-183F-94CE-7F9C-47060E9ACB3E}"/>
          </ac:grpSpMkLst>
        </pc:grpChg>
        <pc:grpChg chg="mod">
          <ac:chgData name="Lu, Yueqi" userId="0571781e-e668-497e-af33-7c1479e3a89e" providerId="ADAL" clId="{64A7DC11-7CB1-46A1-9713-DAD73B43E9F1}" dt="2025-08-20T06:03:08.649" v="784" actId="164"/>
          <ac:grpSpMkLst>
            <pc:docMk/>
            <pc:sldMk cId="3983504943" sldId="287"/>
            <ac:grpSpMk id="96" creationId="{D905D920-E9B3-F1B7-8C9D-4CD2DF8535C7}"/>
          </ac:grpSpMkLst>
        </pc:grpChg>
        <pc:grpChg chg="mod">
          <ac:chgData name="Lu, Yueqi" userId="0571781e-e668-497e-af33-7c1479e3a89e" providerId="ADAL" clId="{64A7DC11-7CB1-46A1-9713-DAD73B43E9F1}" dt="2025-08-20T06:03:08.649" v="784" actId="164"/>
          <ac:grpSpMkLst>
            <pc:docMk/>
            <pc:sldMk cId="3983504943" sldId="287"/>
            <ac:grpSpMk id="131" creationId="{1E58E11A-345D-0CB6-9C6F-A2C7D832AF28}"/>
          </ac:grpSpMkLst>
        </pc:grpChg>
        <pc:grpChg chg="mod">
          <ac:chgData name="Lu, Yueqi" userId="0571781e-e668-497e-af33-7c1479e3a89e" providerId="ADAL" clId="{64A7DC11-7CB1-46A1-9713-DAD73B43E9F1}" dt="2025-08-20T06:03:08.649" v="784" actId="164"/>
          <ac:grpSpMkLst>
            <pc:docMk/>
            <pc:sldMk cId="3983504943" sldId="287"/>
            <ac:grpSpMk id="138" creationId="{BAFECC8D-620F-5829-A438-84634AFC7F59}"/>
          </ac:grpSpMkLst>
        </pc:grpChg>
        <pc:grpChg chg="mod">
          <ac:chgData name="Lu, Yueqi" userId="0571781e-e668-497e-af33-7c1479e3a89e" providerId="ADAL" clId="{64A7DC11-7CB1-46A1-9713-DAD73B43E9F1}" dt="2025-08-20T05:58:12.918" v="773" actId="164"/>
          <ac:grpSpMkLst>
            <pc:docMk/>
            <pc:sldMk cId="3983504943" sldId="287"/>
            <ac:grpSpMk id="149" creationId="{3EB5FBC9-B93D-2223-E8C9-DF81E8325530}"/>
          </ac:grpSpMkLst>
        </pc:grpChg>
        <pc:grpChg chg="add mod">
          <ac:chgData name="Lu, Yueqi" userId="0571781e-e668-497e-af33-7c1479e3a89e" providerId="ADAL" clId="{64A7DC11-7CB1-46A1-9713-DAD73B43E9F1}" dt="2025-08-20T06:03:08.649" v="784" actId="164"/>
          <ac:grpSpMkLst>
            <pc:docMk/>
            <pc:sldMk cId="3983504943" sldId="287"/>
            <ac:grpSpMk id="166" creationId="{3498246F-8A97-117D-A263-396E8DDFE975}"/>
          </ac:grpSpMkLst>
        </pc:grpChg>
        <pc:grpChg chg="mod">
          <ac:chgData name="Lu, Yueqi" userId="0571781e-e668-497e-af33-7c1479e3a89e" providerId="ADAL" clId="{64A7DC11-7CB1-46A1-9713-DAD73B43E9F1}" dt="2025-08-20T05:43:23.792" v="633"/>
          <ac:grpSpMkLst>
            <pc:docMk/>
            <pc:sldMk cId="3983504943" sldId="287"/>
            <ac:grpSpMk id="167" creationId="{B1E9ED8E-8B07-AC40-1394-C6B3835BBFDD}"/>
          </ac:grpSpMkLst>
        </pc:grpChg>
        <pc:grpChg chg="add mod">
          <ac:chgData name="Lu, Yueqi" userId="0571781e-e668-497e-af33-7c1479e3a89e" providerId="ADAL" clId="{64A7DC11-7CB1-46A1-9713-DAD73B43E9F1}" dt="2025-08-20T06:03:08.649" v="784" actId="164"/>
          <ac:grpSpMkLst>
            <pc:docMk/>
            <pc:sldMk cId="3983504943" sldId="287"/>
            <ac:grpSpMk id="173" creationId="{66E3ADD0-8335-0002-C39A-72A705B1C206}"/>
          </ac:grpSpMkLst>
        </pc:grpChg>
        <pc:grpChg chg="mod">
          <ac:chgData name="Lu, Yueqi" userId="0571781e-e668-497e-af33-7c1479e3a89e" providerId="ADAL" clId="{64A7DC11-7CB1-46A1-9713-DAD73B43E9F1}" dt="2025-08-20T05:43:33.195" v="635"/>
          <ac:grpSpMkLst>
            <pc:docMk/>
            <pc:sldMk cId="3983504943" sldId="287"/>
            <ac:grpSpMk id="174" creationId="{31298198-96F3-C60F-AC6D-F03FFDD38547}"/>
          </ac:grpSpMkLst>
        </pc:grpChg>
        <pc:grpChg chg="add mod">
          <ac:chgData name="Lu, Yueqi" userId="0571781e-e668-497e-af33-7c1479e3a89e" providerId="ADAL" clId="{64A7DC11-7CB1-46A1-9713-DAD73B43E9F1}" dt="2025-08-20T05:58:20.466" v="775" actId="14100"/>
          <ac:grpSpMkLst>
            <pc:docMk/>
            <pc:sldMk cId="3983504943" sldId="287"/>
            <ac:grpSpMk id="193" creationId="{9A8EBB0C-2005-E01F-111B-AA8C528EE62D}"/>
          </ac:grpSpMkLst>
        </pc:grpChg>
        <pc:grpChg chg="add mod">
          <ac:chgData name="Lu, Yueqi" userId="0571781e-e668-497e-af33-7c1479e3a89e" providerId="ADAL" clId="{64A7DC11-7CB1-46A1-9713-DAD73B43E9F1}" dt="2025-08-20T06:03:08.649" v="784" actId="164"/>
          <ac:grpSpMkLst>
            <pc:docMk/>
            <pc:sldMk cId="3983504943" sldId="287"/>
            <ac:grpSpMk id="194" creationId="{B8075FCD-BA6A-F927-8DF1-22DFEF322EDD}"/>
          </ac:grpSpMkLst>
        </pc:grpChg>
        <pc:graphicFrameChg chg="add mod ord modGraphic">
          <ac:chgData name="Lu, Yueqi" userId="0571781e-e668-497e-af33-7c1479e3a89e" providerId="ADAL" clId="{64A7DC11-7CB1-46A1-9713-DAD73B43E9F1}" dt="2025-08-21T05:32:15.037" v="1636" actId="113"/>
          <ac:graphicFrameMkLst>
            <pc:docMk/>
            <pc:sldMk cId="3983504943" sldId="287"/>
            <ac:graphicFrameMk id="8" creationId="{3B411438-820A-D9B0-191C-D9EBCD603710}"/>
          </ac:graphicFrameMkLst>
        </pc:graphicFrameChg>
        <pc:picChg chg="add mod">
          <ac:chgData name="Lu, Yueqi" userId="0571781e-e668-497e-af33-7c1479e3a89e" providerId="ADAL" clId="{64A7DC11-7CB1-46A1-9713-DAD73B43E9F1}" dt="2025-08-21T08:31:11.906" v="2329" actId="1076"/>
          <ac:picMkLst>
            <pc:docMk/>
            <pc:sldMk cId="3983504943" sldId="287"/>
            <ac:picMk id="9" creationId="{F2B45212-079A-EAEC-7141-67F3E8531F34}"/>
          </ac:picMkLst>
        </pc:picChg>
        <pc:picChg chg="add mod">
          <ac:chgData name="Lu, Yueqi" userId="0571781e-e668-497e-af33-7c1479e3a89e" providerId="ADAL" clId="{64A7DC11-7CB1-46A1-9713-DAD73B43E9F1}" dt="2025-08-21T08:31:23.054" v="2330" actId="1076"/>
          <ac:picMkLst>
            <pc:docMk/>
            <pc:sldMk cId="3983504943" sldId="287"/>
            <ac:picMk id="1028" creationId="{50296888-D1AD-9436-848A-4C8DEC2B139E}"/>
          </ac:picMkLst>
        </pc:picChg>
      </pc:sldChg>
      <pc:sldChg chg="modSp add mod modShow">
        <pc:chgData name="Lu, Yueqi" userId="0571781e-e668-497e-af33-7c1479e3a89e" providerId="ADAL" clId="{64A7DC11-7CB1-46A1-9713-DAD73B43E9F1}" dt="2025-08-22T01:44:09.060" v="2478" actId="20577"/>
        <pc:sldMkLst>
          <pc:docMk/>
          <pc:sldMk cId="2656312272" sldId="288"/>
        </pc:sldMkLst>
      </pc:sldChg>
      <pc:sldChg chg="add del">
        <pc:chgData name="Lu, Yueqi" userId="0571781e-e668-497e-af33-7c1479e3a89e" providerId="ADAL" clId="{64A7DC11-7CB1-46A1-9713-DAD73B43E9F1}" dt="2025-08-21T03:31:09.536" v="1155" actId="47"/>
        <pc:sldMkLst>
          <pc:docMk/>
          <pc:sldMk cId="3154731241" sldId="288"/>
        </pc:sldMkLst>
      </pc:sldChg>
      <pc:sldChg chg="add">
        <pc:chgData name="Lu, Yueqi" userId="0571781e-e668-497e-af33-7c1479e3a89e" providerId="ADAL" clId="{64A7DC11-7CB1-46A1-9713-DAD73B43E9F1}" dt="2025-08-21T03:34:12.291" v="1157"/>
        <pc:sldMkLst>
          <pc:docMk/>
          <pc:sldMk cId="3242266534" sldId="368"/>
        </pc:sldMkLst>
      </pc:sldChg>
      <pc:sldChg chg="addSp delSp modSp add del mod modShow">
        <pc:chgData name="Lu, Yueqi" userId="0571781e-e668-497e-af33-7c1479e3a89e" providerId="ADAL" clId="{64A7DC11-7CB1-46A1-9713-DAD73B43E9F1}" dt="2025-08-21T06:51:23.167" v="2324" actId="47"/>
        <pc:sldMkLst>
          <pc:docMk/>
          <pc:sldMk cId="3106498601" sldId="369"/>
        </pc:sldMkLst>
      </pc:sldChg>
      <pc:sldChg chg="addSp delSp modSp new mod">
        <pc:chgData name="Lu, Yueqi" userId="0571781e-e668-497e-af33-7c1479e3a89e" providerId="ADAL" clId="{64A7DC11-7CB1-46A1-9713-DAD73B43E9F1}" dt="2025-08-28T01:07:54.493" v="2794" actId="478"/>
        <pc:sldMkLst>
          <pc:docMk/>
          <pc:sldMk cId="4057609809" sldId="369"/>
        </pc:sldMkLst>
        <pc:spChg chg="mod">
          <ac:chgData name="Lu, Yueqi" userId="0571781e-e668-497e-af33-7c1479e3a89e" providerId="ADAL" clId="{64A7DC11-7CB1-46A1-9713-DAD73B43E9F1}" dt="2025-08-21T09:28:58.542" v="2344"/>
          <ac:spMkLst>
            <pc:docMk/>
            <pc:sldMk cId="4057609809" sldId="369"/>
            <ac:spMk id="2" creationId="{07927299-3AC4-61CF-3E45-BAEC21971750}"/>
          </ac:spMkLst>
        </pc:spChg>
        <pc:spChg chg="mod">
          <ac:chgData name="Lu, Yueqi" userId="0571781e-e668-497e-af33-7c1479e3a89e" providerId="ADAL" clId="{64A7DC11-7CB1-46A1-9713-DAD73B43E9F1}" dt="2025-08-21T09:29:13.299" v="2360" actId="20577"/>
          <ac:spMkLst>
            <pc:docMk/>
            <pc:sldMk cId="4057609809" sldId="369"/>
            <ac:spMk id="3" creationId="{D8A4C1A7-1270-D333-8EDD-E5E7C6868635}"/>
          </ac:spMkLst>
        </pc:spChg>
        <pc:spChg chg="add del mod">
          <ac:chgData name="Lu, Yueqi" userId="0571781e-e668-497e-af33-7c1479e3a89e" providerId="ADAL" clId="{64A7DC11-7CB1-46A1-9713-DAD73B43E9F1}" dt="2025-08-28T01:07:54.493" v="2794" actId="478"/>
          <ac:spMkLst>
            <pc:docMk/>
            <pc:sldMk cId="4057609809" sldId="369"/>
            <ac:spMk id="5" creationId="{28B94F30-5EDE-0E47-7D71-38B3FD6599A3}"/>
          </ac:spMkLst>
        </pc:spChg>
        <pc:graphicFrameChg chg="add mod ord modGraphic">
          <ac:chgData name="Lu, Yueqi" userId="0571781e-e668-497e-af33-7c1479e3a89e" providerId="ADAL" clId="{64A7DC11-7CB1-46A1-9713-DAD73B43E9F1}" dt="2025-08-28T01:06:39.249" v="2784" actId="20577"/>
          <ac:graphicFrameMkLst>
            <pc:docMk/>
            <pc:sldMk cId="4057609809" sldId="369"/>
            <ac:graphicFrameMk id="8" creationId="{3B1DFD3C-674A-5DD8-5F65-EE56F04BBF9C}"/>
          </ac:graphicFrameMkLst>
        </pc:graphicFrameChg>
      </pc:sldChg>
      <pc:sldChg chg="addSp delSp modSp new mod ord modShow">
        <pc:chgData name="Lu, Yueqi" userId="0571781e-e668-497e-af33-7c1479e3a89e" providerId="ADAL" clId="{64A7DC11-7CB1-46A1-9713-DAD73B43E9F1}" dt="2025-08-28T01:15:36.794" v="2796"/>
        <pc:sldMkLst>
          <pc:docMk/>
          <pc:sldMk cId="2913912553" sldId="370"/>
        </pc:sldMkLst>
        <pc:spChg chg="mod">
          <ac:chgData name="Lu, Yueqi" userId="0571781e-e668-497e-af33-7c1479e3a89e" providerId="ADAL" clId="{64A7DC11-7CB1-46A1-9713-DAD73B43E9F1}" dt="2025-08-27T02:07:22.444" v="2764" actId="20577"/>
          <ac:spMkLst>
            <pc:docMk/>
            <pc:sldMk cId="2913912553" sldId="370"/>
            <ac:spMk id="2" creationId="{7009367B-94AF-D93D-8111-DB35AD51EFF5}"/>
          </ac:spMkLst>
        </pc:spChg>
        <pc:spChg chg="del">
          <ac:chgData name="Lu, Yueqi" userId="0571781e-e668-497e-af33-7c1479e3a89e" providerId="ADAL" clId="{64A7DC11-7CB1-46A1-9713-DAD73B43E9F1}" dt="2025-08-27T01:47:51.350" v="2489" actId="3680"/>
          <ac:spMkLst>
            <pc:docMk/>
            <pc:sldMk cId="2913912553" sldId="370"/>
            <ac:spMk id="5" creationId="{9EE53D76-9E84-F812-A3CF-09EF13F86CF3}"/>
          </ac:spMkLst>
        </pc:spChg>
        <pc:spChg chg="add mod">
          <ac:chgData name="Lu, Yueqi" userId="0571781e-e668-497e-af33-7c1479e3a89e" providerId="ADAL" clId="{64A7DC11-7CB1-46A1-9713-DAD73B43E9F1}" dt="2025-08-27T02:05:28.616" v="2746" actId="14100"/>
          <ac:spMkLst>
            <pc:docMk/>
            <pc:sldMk cId="2913912553" sldId="370"/>
            <ac:spMk id="7" creationId="{2FA94627-6426-FFCA-494E-AF9AA68826FD}"/>
          </ac:spMkLst>
        </pc:spChg>
        <pc:spChg chg="add del mod">
          <ac:chgData name="Lu, Yueqi" userId="0571781e-e668-497e-af33-7c1479e3a89e" providerId="ADAL" clId="{64A7DC11-7CB1-46A1-9713-DAD73B43E9F1}" dt="2025-08-27T02:03:54.092" v="2730" actId="478"/>
          <ac:spMkLst>
            <pc:docMk/>
            <pc:sldMk cId="2913912553" sldId="370"/>
            <ac:spMk id="8" creationId="{EC51E114-2268-2181-9CFA-5F66EE5D41BE}"/>
          </ac:spMkLst>
        </pc:spChg>
        <pc:spChg chg="add del mod">
          <ac:chgData name="Lu, Yueqi" userId="0571781e-e668-497e-af33-7c1479e3a89e" providerId="ADAL" clId="{64A7DC11-7CB1-46A1-9713-DAD73B43E9F1}" dt="2025-08-27T02:03:55.083" v="2731" actId="478"/>
          <ac:spMkLst>
            <pc:docMk/>
            <pc:sldMk cId="2913912553" sldId="370"/>
            <ac:spMk id="9" creationId="{8F60A670-C128-6708-3C63-8B471BFF4CCC}"/>
          </ac:spMkLst>
        </pc:spChg>
        <pc:spChg chg="add mod">
          <ac:chgData name="Lu, Yueqi" userId="0571781e-e668-497e-af33-7c1479e3a89e" providerId="ADAL" clId="{64A7DC11-7CB1-46A1-9713-DAD73B43E9F1}" dt="2025-08-27T02:05:28.616" v="2746" actId="14100"/>
          <ac:spMkLst>
            <pc:docMk/>
            <pc:sldMk cId="2913912553" sldId="370"/>
            <ac:spMk id="10" creationId="{8798E790-C279-DD23-835A-840B206B3DA8}"/>
          </ac:spMkLst>
        </pc:spChg>
        <pc:spChg chg="add mod">
          <ac:chgData name="Lu, Yueqi" userId="0571781e-e668-497e-af33-7c1479e3a89e" providerId="ADAL" clId="{64A7DC11-7CB1-46A1-9713-DAD73B43E9F1}" dt="2025-08-27T02:05:28.616" v="2746" actId="14100"/>
          <ac:spMkLst>
            <pc:docMk/>
            <pc:sldMk cId="2913912553" sldId="370"/>
            <ac:spMk id="11" creationId="{83C08478-E466-2B6D-78FF-E8999CEB6345}"/>
          </ac:spMkLst>
        </pc:spChg>
        <pc:graphicFrameChg chg="add mod ord modGraphic">
          <ac:chgData name="Lu, Yueqi" userId="0571781e-e668-497e-af33-7c1479e3a89e" providerId="ADAL" clId="{64A7DC11-7CB1-46A1-9713-DAD73B43E9F1}" dt="2025-08-27T02:07:06.551" v="2747" actId="403"/>
          <ac:graphicFrameMkLst>
            <pc:docMk/>
            <pc:sldMk cId="2913912553" sldId="370"/>
            <ac:graphicFrameMk id="6" creationId="{59098BBA-AA06-28F2-66F2-4B22DC3A4B2D}"/>
          </ac:graphicFrameMkLst>
        </pc:graphicFrameChg>
      </pc:sldChg>
      <pc:sldChg chg="addSp modSp add del mod">
        <pc:chgData name="Lu, Yueqi" userId="0571781e-e668-497e-af33-7c1479e3a89e" providerId="ADAL" clId="{64A7DC11-7CB1-46A1-9713-DAD73B43E9F1}" dt="2025-08-21T06:36:38.410" v="2125" actId="2696"/>
        <pc:sldMkLst>
          <pc:docMk/>
          <pc:sldMk cId="4263044463" sldId="370"/>
        </pc:sldMkLst>
      </pc:sldChg>
      <pc:sldChg chg="addSp modSp add del mod">
        <pc:chgData name="Lu, Yueqi" userId="0571781e-e668-497e-af33-7c1479e3a89e" providerId="ADAL" clId="{64A7DC11-7CB1-46A1-9713-DAD73B43E9F1}" dt="2025-08-21T06:38:15.549" v="2139" actId="47"/>
        <pc:sldMkLst>
          <pc:docMk/>
          <pc:sldMk cId="4159939142" sldId="371"/>
        </pc:sldMkLst>
      </pc:sldChg>
    </pc:docChg>
  </pc:docChgLst>
  <pc:docChgLst>
    <pc:chgData name="Lu, Yueqi" userId="0571781e-e668-497e-af33-7c1479e3a89e" providerId="ADAL" clId="{E066E757-650F-4DBB-BF2A-781C84E6B5AB}"/>
    <pc:docChg chg="undo custSel addSld delSld modSld">
      <pc:chgData name="Lu, Yueqi" userId="0571781e-e668-497e-af33-7c1479e3a89e" providerId="ADAL" clId="{E066E757-650F-4DBB-BF2A-781C84E6B5AB}" dt="2025-08-15T07:05:34.309" v="671" actId="20577"/>
      <pc:docMkLst>
        <pc:docMk/>
      </pc:docMkLst>
      <pc:sldChg chg="del">
        <pc:chgData name="Lu, Yueqi" userId="0571781e-e668-497e-af33-7c1479e3a89e" providerId="ADAL" clId="{E066E757-650F-4DBB-BF2A-781C84E6B5AB}" dt="2025-08-15T04:44:39.125" v="0" actId="47"/>
        <pc:sldMkLst>
          <pc:docMk/>
          <pc:sldMk cId="302590173" sldId="262"/>
        </pc:sldMkLst>
      </pc:sldChg>
      <pc:sldChg chg="modSp mod">
        <pc:chgData name="Lu, Yueqi" userId="0571781e-e668-497e-af33-7c1479e3a89e" providerId="ADAL" clId="{E066E757-650F-4DBB-BF2A-781C84E6B5AB}" dt="2025-08-15T05:12:24.589" v="268" actId="20577"/>
        <pc:sldMkLst>
          <pc:docMk/>
          <pc:sldMk cId="535693358" sldId="264"/>
        </pc:sldMkLst>
        <pc:spChg chg="mod">
          <ac:chgData name="Lu, Yueqi" userId="0571781e-e668-497e-af33-7c1479e3a89e" providerId="ADAL" clId="{E066E757-650F-4DBB-BF2A-781C84E6B5AB}" dt="2025-08-15T05:12:24.589" v="268" actId="20577"/>
          <ac:spMkLst>
            <pc:docMk/>
            <pc:sldMk cId="535693358" sldId="264"/>
            <ac:spMk id="3" creationId="{20A09192-54AB-C449-C5E1-CA0362CF8994}"/>
          </ac:spMkLst>
        </pc:spChg>
      </pc:sldChg>
      <pc:sldChg chg="addSp delSp modSp mod chgLayout">
        <pc:chgData name="Lu, Yueqi" userId="0571781e-e668-497e-af33-7c1479e3a89e" providerId="ADAL" clId="{E066E757-650F-4DBB-BF2A-781C84E6B5AB}" dt="2025-08-15T06:51:01.933" v="511" actId="403"/>
        <pc:sldMkLst>
          <pc:docMk/>
          <pc:sldMk cId="2814533436" sldId="278"/>
        </pc:sldMkLst>
        <pc:spChg chg="mod ord">
          <ac:chgData name="Lu, Yueqi" userId="0571781e-e668-497e-af33-7c1479e3a89e" providerId="ADAL" clId="{E066E757-650F-4DBB-BF2A-781C84E6B5AB}" dt="2025-08-15T05:47:25.761" v="293" actId="20577"/>
          <ac:spMkLst>
            <pc:docMk/>
            <pc:sldMk cId="2814533436" sldId="278"/>
            <ac:spMk id="2" creationId="{9614CA3A-6E1D-4547-423F-546E442D975D}"/>
          </ac:spMkLst>
        </pc:spChg>
        <pc:spChg chg="add mod ord">
          <ac:chgData name="Lu, Yueqi" userId="0571781e-e668-497e-af33-7c1479e3a89e" providerId="ADAL" clId="{E066E757-650F-4DBB-BF2A-781C84E6B5AB}" dt="2025-08-15T05:07:13.812" v="205" actId="20577"/>
          <ac:spMkLst>
            <pc:docMk/>
            <pc:sldMk cId="2814533436" sldId="278"/>
            <ac:spMk id="3" creationId="{04CB2F43-09DD-7ECC-4006-EBCDBCFB9BE2}"/>
          </ac:spMkLst>
        </pc:spChg>
        <pc:spChg chg="add mod ord">
          <ac:chgData name="Lu, Yueqi" userId="0571781e-e668-497e-af33-7c1479e3a89e" providerId="ADAL" clId="{E066E757-650F-4DBB-BF2A-781C84E6B5AB}" dt="2025-08-15T04:45:50.779" v="28" actId="700"/>
          <ac:spMkLst>
            <pc:docMk/>
            <pc:sldMk cId="2814533436" sldId="278"/>
            <ac:spMk id="4" creationId="{44E36325-0A1D-0DBD-613A-F7D06E900312}"/>
          </ac:spMkLst>
        </pc:spChg>
      </pc:sldChg>
      <pc:sldChg chg="modSp add mod">
        <pc:chgData name="Lu, Yueqi" userId="0571781e-e668-497e-af33-7c1479e3a89e" providerId="ADAL" clId="{E066E757-650F-4DBB-BF2A-781C84E6B5AB}" dt="2025-08-15T06:51:39.960" v="517" actId="403"/>
        <pc:sldMkLst>
          <pc:docMk/>
          <pc:sldMk cId="2892027302" sldId="279"/>
        </pc:sldMkLst>
      </pc:sldChg>
      <pc:sldChg chg="modSp add mod">
        <pc:chgData name="Lu, Yueqi" userId="0571781e-e668-497e-af33-7c1479e3a89e" providerId="ADAL" clId="{E066E757-650F-4DBB-BF2A-781C84E6B5AB}" dt="2025-08-15T06:51:55.603" v="520" actId="403"/>
        <pc:sldMkLst>
          <pc:docMk/>
          <pc:sldMk cId="1074599952" sldId="280"/>
        </pc:sldMkLst>
      </pc:sldChg>
      <pc:sldChg chg="del">
        <pc:chgData name="Lu, Yueqi" userId="0571781e-e668-497e-af33-7c1479e3a89e" providerId="ADAL" clId="{E066E757-650F-4DBB-BF2A-781C84E6B5AB}" dt="2025-08-15T04:44:39.125" v="0" actId="47"/>
        <pc:sldMkLst>
          <pc:docMk/>
          <pc:sldMk cId="509216896" sldId="281"/>
        </pc:sldMkLst>
      </pc:sldChg>
      <pc:sldChg chg="modSp add mod">
        <pc:chgData name="Lu, Yueqi" userId="0571781e-e668-497e-af33-7c1479e3a89e" providerId="ADAL" clId="{E066E757-650F-4DBB-BF2A-781C84E6B5AB}" dt="2025-08-15T06:51:24.231" v="514" actId="403"/>
        <pc:sldMkLst>
          <pc:docMk/>
          <pc:sldMk cId="3675736834" sldId="281"/>
        </pc:sldMkLst>
      </pc:sldChg>
      <pc:sldChg chg="modSp add mod">
        <pc:chgData name="Lu, Yueqi" userId="0571781e-e668-497e-af33-7c1479e3a89e" providerId="ADAL" clId="{E066E757-650F-4DBB-BF2A-781C84E6B5AB}" dt="2025-08-15T06:00:25.667" v="369" actId="20577"/>
        <pc:sldMkLst>
          <pc:docMk/>
          <pc:sldMk cId="2848105571" sldId="282"/>
        </pc:sldMkLst>
      </pc:sldChg>
      <pc:sldChg chg="del">
        <pc:chgData name="Lu, Yueqi" userId="0571781e-e668-497e-af33-7c1479e3a89e" providerId="ADAL" clId="{E066E757-650F-4DBB-BF2A-781C84E6B5AB}" dt="2025-08-15T04:44:39.125" v="0" actId="47"/>
        <pc:sldMkLst>
          <pc:docMk/>
          <pc:sldMk cId="1609144824" sldId="283"/>
        </pc:sldMkLst>
      </pc:sldChg>
      <pc:sldChg chg="addSp modSp add mod setBg">
        <pc:chgData name="Lu, Yueqi" userId="0571781e-e668-497e-af33-7c1479e3a89e" providerId="ADAL" clId="{E066E757-650F-4DBB-BF2A-781C84E6B5AB}" dt="2025-08-15T06:52:50.123" v="539" actId="20577"/>
        <pc:sldMkLst>
          <pc:docMk/>
          <pc:sldMk cId="2487745375" sldId="283"/>
        </pc:sldMkLst>
      </pc:sldChg>
      <pc:sldChg chg="modSp add mod">
        <pc:chgData name="Lu, Yueqi" userId="0571781e-e668-497e-af33-7c1479e3a89e" providerId="ADAL" clId="{E066E757-650F-4DBB-BF2A-781C84E6B5AB}" dt="2025-08-15T05:57:59.307" v="335" actId="404"/>
        <pc:sldMkLst>
          <pc:docMk/>
          <pc:sldMk cId="775553807" sldId="284"/>
        </pc:sldMkLst>
      </pc:sldChg>
      <pc:sldChg chg="del">
        <pc:chgData name="Lu, Yueqi" userId="0571781e-e668-497e-af33-7c1479e3a89e" providerId="ADAL" clId="{E066E757-650F-4DBB-BF2A-781C84E6B5AB}" dt="2025-08-15T04:44:39.125" v="0" actId="47"/>
        <pc:sldMkLst>
          <pc:docMk/>
          <pc:sldMk cId="2131563460" sldId="284"/>
        </pc:sldMkLst>
      </pc:sldChg>
      <pc:sldChg chg="delSp modSp add mod setBg">
        <pc:chgData name="Lu, Yueqi" userId="0571781e-e668-497e-af33-7c1479e3a89e" providerId="ADAL" clId="{E066E757-650F-4DBB-BF2A-781C84E6B5AB}" dt="2025-08-15T07:05:34.309" v="671" actId="20577"/>
        <pc:sldMkLst>
          <pc:docMk/>
          <pc:sldMk cId="869986039" sldId="285"/>
        </pc:sldMkLst>
      </pc:sldChg>
      <pc:sldChg chg="del">
        <pc:chgData name="Lu, Yueqi" userId="0571781e-e668-497e-af33-7c1479e3a89e" providerId="ADAL" clId="{E066E757-650F-4DBB-BF2A-781C84E6B5AB}" dt="2025-08-15T04:44:39.125" v="0" actId="47"/>
        <pc:sldMkLst>
          <pc:docMk/>
          <pc:sldMk cId="2288009928" sldId="285"/>
        </pc:sldMkLst>
      </pc:sldChg>
      <pc:sldMasterChg chg="delSldLayout">
        <pc:chgData name="Lu, Yueqi" userId="0571781e-e668-497e-af33-7c1479e3a89e" providerId="ADAL" clId="{E066E757-650F-4DBB-BF2A-781C84E6B5AB}" dt="2025-08-15T04:44:39.125" v="0" actId="47"/>
        <pc:sldMasterMkLst>
          <pc:docMk/>
          <pc:sldMasterMk cId="2620686356" sldId="2147483737"/>
        </pc:sldMasterMkLst>
        <pc:sldLayoutChg chg="del">
          <pc:chgData name="Lu, Yueqi" userId="0571781e-e668-497e-af33-7c1479e3a89e" providerId="ADAL" clId="{E066E757-650F-4DBB-BF2A-781C84E6B5AB}" dt="2025-08-15T04:44:39.125" v="0" actId="47"/>
          <pc:sldLayoutMkLst>
            <pc:docMk/>
            <pc:sldMasterMk cId="2620686356" sldId="2147483737"/>
            <pc:sldLayoutMk cId="1613844064" sldId="214748402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1C505-1ED7-495E-B96E-C6398202990C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AAFE9-5FC3-4639-A470-2FD772AED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5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gradFill flip="none" rotWithShape="1">
          <a:gsLst>
            <a:gs pos="0">
              <a:schemeClr val="bg1"/>
            </a:gs>
            <a:gs pos="45000">
              <a:schemeClr val="bg1"/>
            </a:gs>
            <a:gs pos="100000">
              <a:schemeClr val="bg2"/>
            </a:gs>
          </a:gsLst>
          <a:lin ang="108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42EC3-BB61-5A42-8BF1-1D2972BB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0D25D28A-A5EB-C240-A997-149159566C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553200"/>
            <a:ext cx="304799" cy="304799"/>
          </a:xfrm>
        </p:spPr>
        <p:txBody>
          <a:bodyPr lIns="0" tIns="0" rIns="0" bIns="0"/>
          <a:lstStyle/>
          <a:p>
            <a:fld id="{89006F1E-66CD-4A4B-9370-B4A3080F0E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EF39BEC2-E111-4A4B-836F-3D84015245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4799" y="6553201"/>
            <a:ext cx="3657601" cy="304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>
                <a:ea typeface="MS PGothic" panose="020B0600070205080204" pitchFamily="34" charset="-128"/>
              </a:rPr>
              <a:t>Proprietary &amp; Confidential |  authoremail</a:t>
            </a:r>
            <a:r>
              <a:rPr lang="en-US">
                <a:ea typeface="MS PGothic" panose="020B0600070205080204" pitchFamily="34" charset="-128"/>
              </a:rPr>
              <a:t>@thermofisher</a:t>
            </a:r>
            <a:r>
              <a:rPr lang="en-US" dirty="0">
                <a:ea typeface="MS PGothic" panose="020B0600070205080204" pitchFamily="34" charset="-128"/>
              </a:rPr>
              <a:t>.com | 5-August-2021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4CF7CB-ACF9-2E40-8360-1F09EA0AC0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0226" y="893063"/>
            <a:ext cx="11591547" cy="38100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E5F834C-5A08-DA4E-82E7-AC5A7A2CC7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4797" y="6055756"/>
            <a:ext cx="11582401" cy="48920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100"/>
              </a:spcBef>
              <a:buNone/>
              <a:defRPr sz="10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Source notes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D7366D-1388-3D45-9C8A-11D05A5A431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0038" y="1447800"/>
            <a:ext cx="11587162" cy="460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93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 title slide 1">
    <p:bg>
      <p:bgPr>
        <a:gradFill>
          <a:gsLst>
            <a:gs pos="0">
              <a:schemeClr val="bg1"/>
            </a:gs>
            <a:gs pos="41000">
              <a:schemeClr val="bg1"/>
            </a:gs>
            <a:gs pos="63000">
              <a:schemeClr val="bg2"/>
            </a:gs>
          </a:gsLst>
          <a:lin ang="108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77DF418-A9B4-B748-8DE9-21DBD7EA37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77" r="2177"/>
          <a:stretch>
            <a:fillRect/>
          </a:stretch>
        </p:blipFill>
        <p:spPr>
          <a:xfrm>
            <a:off x="5560459" y="1"/>
            <a:ext cx="6631541" cy="6857999"/>
          </a:xfrm>
          <a:custGeom>
            <a:avLst/>
            <a:gdLst>
              <a:gd name="connsiteX0" fmla="*/ 2183862 w 6631541"/>
              <a:gd name="connsiteY0" fmla="*/ 0 h 6857999"/>
              <a:gd name="connsiteX1" fmla="*/ 6631541 w 6631541"/>
              <a:gd name="connsiteY1" fmla="*/ 0 h 6857999"/>
              <a:gd name="connsiteX2" fmla="*/ 6631541 w 6631541"/>
              <a:gd name="connsiteY2" fmla="*/ 6857999 h 6857999"/>
              <a:gd name="connsiteX3" fmla="*/ 0 w 6631541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541" h="6857999">
                <a:moveTo>
                  <a:pt x="2183862" y="0"/>
                </a:moveTo>
                <a:lnTo>
                  <a:pt x="6631541" y="0"/>
                </a:lnTo>
                <a:lnTo>
                  <a:pt x="6631541" y="6857999"/>
                </a:lnTo>
                <a:lnTo>
                  <a:pt x="0" y="6857999"/>
                </a:lnTo>
                <a:close/>
              </a:path>
            </a:pathLst>
          </a:cu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1F511C6-A535-A245-B123-CC04435D2DAF}"/>
              </a:ext>
            </a:extLst>
          </p:cNvPr>
          <p:cNvGrpSpPr/>
          <p:nvPr/>
        </p:nvGrpSpPr>
        <p:grpSpPr>
          <a:xfrm>
            <a:off x="304799" y="0"/>
            <a:ext cx="2427681" cy="1044934"/>
            <a:chOff x="0" y="0"/>
            <a:chExt cx="2447693" cy="1053548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399281C-FD14-2942-9A9B-13B5E50B7517}"/>
                </a:ext>
              </a:extLst>
            </p:cNvPr>
            <p:cNvSpPr/>
            <p:nvPr userDrawn="1"/>
          </p:nvSpPr>
          <p:spPr bwMode="auto">
            <a:xfrm>
              <a:off x="0" y="0"/>
              <a:ext cx="2447693" cy="1053548"/>
            </a:xfrm>
            <a:prstGeom prst="parallelogram">
              <a:avLst>
                <a:gd name="adj" fmla="val 0"/>
              </a:avLst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800" dirty="0">
                  <a:latin typeface="Arial" pitchFamily="124" charset="0"/>
                </a:rPr>
                <a:t>              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D60AD95-BD80-6049-9976-D024EC4ECD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5820" y="154984"/>
              <a:ext cx="2178058" cy="756021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2F9FBA-8765-F543-9501-7F99893993AB}"/>
              </a:ext>
            </a:extLst>
          </p:cNvPr>
          <p:cNvGrpSpPr/>
          <p:nvPr/>
        </p:nvGrpSpPr>
        <p:grpSpPr>
          <a:xfrm>
            <a:off x="283193" y="5970590"/>
            <a:ext cx="5053203" cy="441233"/>
            <a:chOff x="5155556" y="6168462"/>
            <a:chExt cx="5053203" cy="44123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A7B3D6A-876F-BF4D-9180-BC91EE9697B0}"/>
                </a:ext>
              </a:extLst>
            </p:cNvPr>
            <p:cNvSpPr txBox="1"/>
            <p:nvPr userDrawn="1"/>
          </p:nvSpPr>
          <p:spPr>
            <a:xfrm>
              <a:off x="5656050" y="6168462"/>
              <a:ext cx="4552709" cy="441233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l"/>
              <a:r>
                <a:rPr lang="en-US" sz="2000" dirty="0">
                  <a:solidFill>
                    <a:schemeClr val="tx1"/>
                  </a:solidFill>
                  <a:latin typeface="Arial"/>
                </a:rPr>
                <a:t>The world leader in serving science</a:t>
              </a: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05D00626-6EB1-244B-9ADB-13C2AE5E1907}"/>
                </a:ext>
              </a:extLst>
            </p:cNvPr>
            <p:cNvSpPr/>
            <p:nvPr userDrawn="1"/>
          </p:nvSpPr>
          <p:spPr bwMode="auto">
            <a:xfrm>
              <a:off x="5155556" y="6302295"/>
              <a:ext cx="310510" cy="188737"/>
            </a:xfrm>
            <a:prstGeom prst="parallelogram">
              <a:avLst>
                <a:gd name="adj" fmla="val 31844"/>
              </a:avLst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800" dirty="0">
                  <a:latin typeface="Arial" pitchFamily="124" charset="0"/>
                </a:rPr>
                <a:t>               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129332-E471-D44D-8711-996E85A9E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800" y="6553200"/>
            <a:ext cx="3657600" cy="304799"/>
          </a:xfrm>
        </p:spPr>
        <p:txBody>
          <a:bodyPr/>
          <a:lstStyle/>
          <a:p>
            <a:r>
              <a:rPr lang="en-US" dirty="0"/>
              <a:t>Proprietary &amp; Confidential |  authoremail</a:t>
            </a:r>
            <a:r>
              <a:rPr lang="en-US"/>
              <a:t>@thermofisher</a:t>
            </a:r>
            <a:r>
              <a:rPr lang="en-US" dirty="0"/>
              <a:t>.com | 5-August-2021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F77913-5D2C-C141-AB22-388096EB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06F1E-66CD-4A4B-9370-B4A3080F0E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8209BE38-5C75-4E48-AACA-BEDC106131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3903896"/>
            <a:ext cx="5791199" cy="308120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1600" b="0" baseline="0">
                <a:solidFill>
                  <a:schemeClr val="tx2"/>
                </a:solidFill>
              </a:defRPr>
            </a:lvl1pPr>
            <a:lvl2pPr marL="114300" indent="4763">
              <a:spcAft>
                <a:spcPts val="0"/>
              </a:spcAft>
              <a:buFontTx/>
              <a:buNone/>
              <a:defRPr sz="1400" i="1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Presenter name [16pt Arial] </a:t>
            </a:r>
          </a:p>
        </p:txBody>
      </p:sp>
      <p:sp>
        <p:nvSpPr>
          <p:cNvPr id="16" name="Title 16">
            <a:extLst>
              <a:ext uri="{FF2B5EF4-FFF2-40B4-BE49-F238E27FC236}">
                <a16:creationId xmlns:a16="http://schemas.microsoft.com/office/drawing/2014/main" id="{B2B8D3D1-6FA6-C04D-951C-FD0E7458C8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1" y="1726100"/>
            <a:ext cx="5791199" cy="207186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lvl1pPr>
              <a:lnSpc>
                <a:spcPct val="11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[28pt Arial Bold] 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046B4CC3-134E-7548-B9F5-FA5784CFD5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4800" y="4255834"/>
            <a:ext cx="5791199" cy="109721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179388" marR="0" indent="-179388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FontTx/>
              <a:buNone/>
              <a:tabLst/>
              <a:defRPr sz="1400" b="0" baseline="0">
                <a:solidFill>
                  <a:schemeClr val="tx1"/>
                </a:solidFill>
              </a:defRPr>
            </a:lvl1pPr>
            <a:lvl2pPr marL="114300" indent="4763">
              <a:spcAft>
                <a:spcPts val="0"/>
              </a:spcAft>
              <a:buFontTx/>
              <a:buNone/>
              <a:defRPr sz="1400" i="1" baseline="0">
                <a:solidFill>
                  <a:schemeClr val="tx1"/>
                </a:solidFill>
              </a:defRPr>
            </a:lvl2pPr>
          </a:lstStyle>
          <a:p>
            <a:pPr marL="411480" marR="0" lvl="0" indent="-41148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FontTx/>
              <a:buNone/>
              <a:tabLst/>
              <a:defRPr/>
            </a:pPr>
            <a:r>
              <a:rPr lang="en-US" dirty="0"/>
              <a:t>Presenter Title [14pt Arial]</a:t>
            </a:r>
            <a:br>
              <a:rPr lang="en-US" dirty="0"/>
            </a:br>
            <a:r>
              <a:rPr lang="en-US" dirty="0"/>
              <a:t>Date [14pt Arial] </a:t>
            </a:r>
          </a:p>
        </p:txBody>
      </p:sp>
    </p:spTree>
    <p:extLst>
      <p:ext uri="{BB962C8B-B14F-4D97-AF65-F5344CB8AC3E}">
        <p14:creationId xmlns:p14="http://schemas.microsoft.com/office/powerpoint/2010/main" val="37686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 you">
    <p:bg>
      <p:bgPr>
        <a:gradFill flip="none" rotWithShape="1">
          <a:gsLst>
            <a:gs pos="0">
              <a:schemeClr val="tx2"/>
            </a:gs>
            <a:gs pos="45000">
              <a:schemeClr val="tx2"/>
            </a:gs>
            <a:gs pos="100000">
              <a:schemeClr val="tx2">
                <a:lumMod val="50000"/>
              </a:schemeClr>
            </a:gs>
          </a:gsLst>
          <a:lin ang="108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297DA-0943-4F9D-B4DC-D89E3C56E268}"/>
              </a:ext>
            </a:extLst>
          </p:cNvPr>
          <p:cNvSpPr/>
          <p:nvPr userDrawn="1"/>
        </p:nvSpPr>
        <p:spPr>
          <a:xfrm>
            <a:off x="251012" y="3890360"/>
            <a:ext cx="891286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>
                <a:solidFill>
                  <a:schemeClr val="bg1"/>
                </a:solidFill>
              </a:rPr>
              <a:t>Thank you</a:t>
            </a:r>
            <a:endParaRPr lang="en-US" sz="240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3035E9-1E30-4A65-87BF-D87723B7387D}"/>
              </a:ext>
            </a:extLst>
          </p:cNvPr>
          <p:cNvGrpSpPr/>
          <p:nvPr userDrawn="1"/>
        </p:nvGrpSpPr>
        <p:grpSpPr>
          <a:xfrm>
            <a:off x="9662260" y="818784"/>
            <a:ext cx="2529740" cy="6039216"/>
            <a:chOff x="9662260" y="818784"/>
            <a:chExt cx="2529740" cy="603921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DFE8F35-3478-4D36-AE61-9902FA9E571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662260" y="1471202"/>
              <a:ext cx="2529740" cy="538679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63CB1BA-AEDB-454F-BBF3-A9613807210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39851" y="4300794"/>
              <a:ext cx="1652148" cy="209522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8BB9361-2245-45C7-85B1-98F75F74B9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0585276">
              <a:off x="10888776" y="3404437"/>
              <a:ext cx="841085" cy="88847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66621D9-C1BE-4A88-B2E8-40BCC4E56D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39843" y="4683251"/>
              <a:ext cx="608076" cy="626643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8F6AB9F-8570-461E-BBA2-E013A3DA14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9848158">
              <a:off x="10621861" y="5789703"/>
              <a:ext cx="593846" cy="63466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EE6F465-A690-4861-87C0-E7A6A65E337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037236" y="818784"/>
              <a:ext cx="1154763" cy="1703758"/>
            </a:xfrm>
            <a:prstGeom prst="rect">
              <a:avLst/>
            </a:prstGeom>
          </p:spPr>
        </p:pic>
      </p:grp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EE24E27-68F9-E941-9584-DF35AA5AA7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553200"/>
            <a:ext cx="304799" cy="3047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9006F1E-66CD-4A4B-9370-B4A3080F0E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1">
            <a:extLst>
              <a:ext uri="{FF2B5EF4-FFF2-40B4-BE49-F238E27FC236}">
                <a16:creationId xmlns:a16="http://schemas.microsoft.com/office/drawing/2014/main" id="{6380E455-E213-C44A-A7FC-3A9E06997A4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04799" y="6553201"/>
            <a:ext cx="3657601" cy="304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ea typeface="MS PGothic" panose="020B0600070205080204" pitchFamily="34" charset="-128"/>
              </a:rPr>
              <a:t>Proprietary &amp; Confidential | authoremail@thermofisher.com | September 2020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550E2B40-32DB-334B-95D1-E74B9D7847D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8473" y="5268999"/>
            <a:ext cx="7691658" cy="48925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sz="2000" b="0">
                <a:solidFill>
                  <a:schemeClr val="bg1"/>
                </a:solidFill>
              </a:rPr>
              <a:t>Custom message…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F94BF9-AA4B-7348-B3AF-D5B86D5055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9600" y="6553200"/>
            <a:ext cx="1609725" cy="304800"/>
          </a:xfrm>
        </p:spPr>
        <p:txBody>
          <a:bodyPr anchor="ctr"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Copyright 2020</a:t>
            </a:r>
          </a:p>
        </p:txBody>
      </p:sp>
    </p:spTree>
    <p:extLst>
      <p:ext uri="{BB962C8B-B14F-4D97-AF65-F5344CB8AC3E}">
        <p14:creationId xmlns:p14="http://schemas.microsoft.com/office/powerpoint/2010/main" val="417312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725F-25EA-7C94-504A-41323DD9F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34C4B3-6DC0-95E7-B09D-78EE46F72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06F1E-66CD-4A4B-9370-B4A3080F0E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BBF29-8EDB-C6EB-463A-6BE69F825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|  authoremail@thermofisher.com | 5-August-2021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47025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45000">
              <a:schemeClr val="bg1"/>
            </a:gs>
            <a:gs pos="100000">
              <a:schemeClr val="bg2"/>
            </a:gs>
          </a:gsLst>
          <a:lin ang="108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1" y="304799"/>
            <a:ext cx="9753600" cy="38100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dirty="0"/>
              <a:t>Slide title [28pt Arial Bold]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4DB860-41E2-E04B-ABD0-6BA4D570E7A0}"/>
              </a:ext>
            </a:extLst>
          </p:cNvPr>
          <p:cNvGrpSpPr/>
          <p:nvPr/>
        </p:nvGrpSpPr>
        <p:grpSpPr>
          <a:xfrm>
            <a:off x="10295372" y="0"/>
            <a:ext cx="1591826" cy="694426"/>
            <a:chOff x="-20628" y="0"/>
            <a:chExt cx="2488951" cy="1085792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A441B466-B52D-0443-BF86-D267F733A465}"/>
                </a:ext>
              </a:extLst>
            </p:cNvPr>
            <p:cNvSpPr/>
            <p:nvPr userDrawn="1"/>
          </p:nvSpPr>
          <p:spPr bwMode="auto">
            <a:xfrm>
              <a:off x="-20628" y="0"/>
              <a:ext cx="2488951" cy="1085792"/>
            </a:xfrm>
            <a:prstGeom prst="parallelogram">
              <a:avLst>
                <a:gd name="adj" fmla="val 0"/>
              </a:avLst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800" dirty="0">
                  <a:latin typeface="Arial" pitchFamily="124" charset="0"/>
                </a:rPr>
                <a:t>              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CE94B44-7208-0848-80E7-7165E7D106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5820" y="154984"/>
              <a:ext cx="2178058" cy="756021"/>
            </a:xfrm>
            <a:prstGeom prst="rect">
              <a:avLst/>
            </a:prstGeom>
          </p:spPr>
        </p:pic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0B13DE1-DE5F-D844-BE5C-AEBBEC35C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6553200"/>
            <a:ext cx="304799" cy="30479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accent5"/>
                </a:solidFill>
              </a:defRPr>
            </a:lvl1pPr>
          </a:lstStyle>
          <a:p>
            <a:fld id="{89006F1E-66CD-4A4B-9370-B4A3080F0E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EC55D-6678-BB4B-BDDC-58D10FF57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553200"/>
            <a:ext cx="3657600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Proprietary &amp; Confidential |  authoremail</a:t>
            </a:r>
            <a:r>
              <a:rPr lang="en-US"/>
              <a:t>@thermofisher</a:t>
            </a:r>
            <a:r>
              <a:rPr lang="en-US" dirty="0"/>
              <a:t>.com | 5-August-2021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A9AC8-05E2-9846-9B67-40D61264E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876300"/>
            <a:ext cx="11582398" cy="53006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1A91D4BB-1591-456C-BB53-9C02E379018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0" imgH="469" progId="TCLayout.ActiveDocument.1">
                  <p:embed/>
                </p:oleObj>
              </mc:Choice>
              <mc:Fallback>
                <p:oleObj name="think-cell Slide" r:id="rId9" imgW="470" imgH="469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1A91D4BB-1591-456C-BB53-9C02E37901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E6596D64-2831-4C08-A8B2-EF7A7C2D83E8}"/>
              </a:ext>
            </a:extLst>
          </p:cNvPr>
          <p:cNvSpPr/>
          <p:nvPr userDrawn="1">
            <p:custDataLst>
              <p:tags r:id="rId7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b="0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68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39" r:id="rId2"/>
    <p:sldLayoutId id="2147483745" r:id="rId3"/>
    <p:sldLayoutId id="2147483746" r:id="rId4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7338" indent="-287338" algn="l" defTabSz="914400" rtl="0" eaLnBrk="1" latinLnBrk="0" hangingPunct="1">
        <a:lnSpc>
          <a:spcPct val="120000"/>
        </a:lnSpc>
        <a:spcBef>
          <a:spcPts val="200"/>
        </a:spcBef>
        <a:buClr>
          <a:schemeClr val="tx2"/>
        </a:buClr>
        <a:buSzPct val="100000"/>
        <a:buFont typeface="Arial" panose="020B0604020202020204" pitchFamily="34" charset="0"/>
        <a:buChar char="•"/>
        <a:tabLst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19113" marR="0" indent="-284163" algn="l" defTabSz="914400" rtl="0" eaLnBrk="1" fontAlgn="auto" latinLnBrk="0" hangingPunct="1">
        <a:lnSpc>
          <a:spcPct val="120000"/>
        </a:lnSpc>
        <a:spcBef>
          <a:spcPts val="200"/>
        </a:spcBef>
        <a:spcAft>
          <a:spcPts val="0"/>
        </a:spcAft>
        <a:buClrTx/>
        <a:buSzPct val="76000"/>
        <a:buFont typeface="Arial" panose="020B0604020202020204" pitchFamily="34" charset="0"/>
        <a:buChar char="•"/>
        <a:tabLst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692150" marR="0" indent="-228600" algn="l" defTabSz="914400" rtl="0" eaLnBrk="1" fontAlgn="auto" latinLnBrk="0" hangingPunct="1">
        <a:lnSpc>
          <a:spcPct val="120000"/>
        </a:lnSpc>
        <a:spcBef>
          <a:spcPts val="200"/>
        </a:spcBef>
        <a:spcAft>
          <a:spcPts val="0"/>
        </a:spcAft>
        <a:buClrTx/>
        <a:buSzPct val="80000"/>
        <a:buFont typeface="Arial" panose="020B0604020202020204" pitchFamily="34" charset="0"/>
        <a:buChar char="•"/>
        <a:tabLst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862013" marR="0" indent="-171450" algn="l" defTabSz="914400" rtl="0" eaLnBrk="1" fontAlgn="auto" latinLnBrk="0" hangingPunct="1">
        <a:lnSpc>
          <a:spcPct val="120000"/>
        </a:lnSpc>
        <a:spcBef>
          <a:spcPts val="200"/>
        </a:spcBef>
        <a:spcAft>
          <a:spcPts val="0"/>
        </a:spcAft>
        <a:buClrTx/>
        <a:buSzPct val="80000"/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079500" marR="0" indent="-157163" algn="l" defTabSz="914400" rtl="0" eaLnBrk="1" fontAlgn="auto" latinLnBrk="0" hangingPunct="1">
        <a:lnSpc>
          <a:spcPct val="120000"/>
        </a:lnSpc>
        <a:spcBef>
          <a:spcPts val="200"/>
        </a:spcBef>
        <a:spcAft>
          <a:spcPts val="0"/>
        </a:spcAft>
        <a:buClrTx/>
        <a:buSzPct val="80000"/>
        <a:buFont typeface="Arial" panose="020B0604020202020204" pitchFamily="34" charset="0"/>
        <a:buChar char="•"/>
        <a:tabLst/>
        <a:defRPr sz="11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6B1554-AB0C-17B9-B65F-1FF4AF45C2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A09192-54AB-C449-C5E1-CA0362CF8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Configurable SC Report Platform</a:t>
            </a:r>
            <a:br>
              <a:rPr lang="en-US" dirty="0"/>
            </a:br>
            <a:r>
              <a:rPr lang="en-US" sz="2400" b="0" i="1" dirty="0"/>
              <a:t>User Requirements</a:t>
            </a:r>
            <a:endParaRPr lang="en-US" b="0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6C1BA-89DA-3A6E-D95F-E2DDD38F8F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93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15E66-6DED-9D91-7682-54604DB6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411438-820A-D9B0-191C-D9EBCD603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058161"/>
              </p:ext>
            </p:extLst>
          </p:nvPr>
        </p:nvGraphicFramePr>
        <p:xfrm>
          <a:off x="5901278" y="1552186"/>
          <a:ext cx="6022459" cy="4373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377">
                  <a:extLst>
                    <a:ext uri="{9D8B030D-6E8A-4147-A177-3AD203B41FA5}">
                      <a16:colId xmlns:a16="http://schemas.microsoft.com/office/drawing/2014/main" val="1671216249"/>
                    </a:ext>
                  </a:extLst>
                </a:gridCol>
                <a:gridCol w="2352041">
                  <a:extLst>
                    <a:ext uri="{9D8B030D-6E8A-4147-A177-3AD203B41FA5}">
                      <a16:colId xmlns:a16="http://schemas.microsoft.com/office/drawing/2014/main" val="3400915940"/>
                    </a:ext>
                  </a:extLst>
                </a:gridCol>
                <a:gridCol w="2352041">
                  <a:extLst>
                    <a:ext uri="{9D8B030D-6E8A-4147-A177-3AD203B41FA5}">
                      <a16:colId xmlns:a16="http://schemas.microsoft.com/office/drawing/2014/main" val="348658575"/>
                    </a:ext>
                  </a:extLst>
                </a:gridCol>
              </a:tblGrid>
              <a:tr h="957335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Arial" pitchFamily="124" charset="0"/>
                        </a:rPr>
                        <a:t>Custom-built Application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Arial" pitchFamily="12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Configurable Report Platform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045976"/>
                  </a:ext>
                </a:extLst>
              </a:tr>
              <a:tr h="85410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Dev. Approach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 Coding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00553"/>
                  </a:ext>
                </a:extLst>
              </a:tr>
              <a:tr h="85410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Flexibility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Theoretically Unlimited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Within the Boundary of Individual Report Module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276204"/>
                  </a:ext>
                </a:extLst>
              </a:tr>
              <a:tr h="85410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Use Scenario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Complex Factors and Calculation Logics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Standard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260934"/>
                  </a:ext>
                </a:extLst>
              </a:tr>
              <a:tr h="85410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Stock Allocation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Common Reporting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92691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01051EB-1B3D-8C0F-33C6-E045FB7F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Configurable SC Report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ACA67-D88E-7FB3-D9C4-1E72617125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Objective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AC2DC-7B50-230B-6EF3-8AD966EC0A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玩具积木设计素材_图品汇">
            <a:extLst>
              <a:ext uri="{FF2B5EF4-FFF2-40B4-BE49-F238E27FC236}">
                <a16:creationId xmlns:a16="http://schemas.microsoft.com/office/drawing/2014/main" id="{50296888-D1AD-9436-848A-4C8DEC2B1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092" y="2071068"/>
            <a:ext cx="668751" cy="66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999A59C-07BE-9746-1887-CEEF8C634098}"/>
              </a:ext>
            </a:extLst>
          </p:cNvPr>
          <p:cNvGrpSpPr/>
          <p:nvPr/>
        </p:nvGrpSpPr>
        <p:grpSpPr>
          <a:xfrm>
            <a:off x="300226" y="1552185"/>
            <a:ext cx="5367836" cy="4373742"/>
            <a:chOff x="3198959" y="1603555"/>
            <a:chExt cx="5367836" cy="4270512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5DE0AF31-F880-6C3E-877D-E8DF3507DE1D}"/>
                </a:ext>
              </a:extLst>
            </p:cNvPr>
            <p:cNvSpPr/>
            <p:nvPr/>
          </p:nvSpPr>
          <p:spPr bwMode="auto">
            <a:xfrm>
              <a:off x="3622982" y="1614169"/>
              <a:ext cx="2428613" cy="2153588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latin typeface="Arial" pitchFamily="12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E7B5CE58-AA4D-F157-0471-E67738BAF6BC}"/>
                </a:ext>
              </a:extLst>
            </p:cNvPr>
            <p:cNvSpPr/>
            <p:nvPr/>
          </p:nvSpPr>
          <p:spPr bwMode="auto">
            <a:xfrm>
              <a:off x="6125243" y="1603555"/>
              <a:ext cx="2428613" cy="2153588"/>
            </a:xfrm>
            <a:prstGeom prst="rect">
              <a:avLst/>
            </a:prstGeom>
            <a:solidFill>
              <a:srgbClr val="F9E7E7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latin typeface="Arial" pitchFamily="124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048BE84-E17D-478B-31E5-C6169E80E300}"/>
                </a:ext>
              </a:extLst>
            </p:cNvPr>
            <p:cNvSpPr/>
            <p:nvPr/>
          </p:nvSpPr>
          <p:spPr bwMode="auto">
            <a:xfrm>
              <a:off x="3622982" y="5243719"/>
              <a:ext cx="4930872" cy="630348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latin typeface="Arial" pitchFamily="12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FCFAEF9-0442-B90E-FCDB-510B806893F9}"/>
                </a:ext>
              </a:extLst>
            </p:cNvPr>
            <p:cNvSpPr/>
            <p:nvPr/>
          </p:nvSpPr>
          <p:spPr bwMode="auto">
            <a:xfrm rot="16200000">
              <a:off x="3022234" y="5427506"/>
              <a:ext cx="630349" cy="262774"/>
            </a:xfrm>
            <a:prstGeom prst="rect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100" dirty="0">
                  <a:solidFill>
                    <a:schemeClr val="bg1"/>
                  </a:solidFill>
                  <a:latin typeface="Arial" pitchFamily="124" charset="0"/>
                </a:rPr>
                <a:t>Source</a:t>
              </a:r>
              <a:endParaRPr lang="zh-CN" altLang="en-US" sz="1100" dirty="0">
                <a:solidFill>
                  <a:schemeClr val="bg1"/>
                </a:solidFill>
                <a:latin typeface="Arial" pitchFamily="124" charset="0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B6630F4D-FF20-E006-C06F-EE74DE64DCEF}"/>
                </a:ext>
              </a:extLst>
            </p:cNvPr>
            <p:cNvSpPr/>
            <p:nvPr/>
          </p:nvSpPr>
          <p:spPr bwMode="auto">
            <a:xfrm rot="16200000">
              <a:off x="2683050" y="4373571"/>
              <a:ext cx="1308717" cy="269837"/>
            </a:xfrm>
            <a:prstGeom prst="rect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100">
                  <a:solidFill>
                    <a:schemeClr val="bg1"/>
                  </a:solidFill>
                  <a:latin typeface="Arial" pitchFamily="124" charset="0"/>
                </a:rPr>
                <a:t>Data Mart</a:t>
              </a:r>
              <a:endParaRPr lang="zh-CN" altLang="en-US" sz="1100">
                <a:solidFill>
                  <a:schemeClr val="bg1"/>
                </a:solidFill>
                <a:latin typeface="Arial" pitchFamily="124" charset="0"/>
              </a:endParaRPr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9A8EBB0C-2005-E01F-111B-AA8C528EE62D}"/>
                </a:ext>
              </a:extLst>
            </p:cNvPr>
            <p:cNvGrpSpPr/>
            <p:nvPr/>
          </p:nvGrpSpPr>
          <p:grpSpPr>
            <a:xfrm>
              <a:off x="3622982" y="3842128"/>
              <a:ext cx="4930873" cy="1308716"/>
              <a:chOff x="3631959" y="3842128"/>
              <a:chExt cx="4873548" cy="1308716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6BE92E0D-7192-E505-FC37-E21EF6BFB28D}"/>
                  </a:ext>
                </a:extLst>
              </p:cNvPr>
              <p:cNvSpPr/>
              <p:nvPr/>
            </p:nvSpPr>
            <p:spPr bwMode="auto">
              <a:xfrm>
                <a:off x="3631959" y="3842128"/>
                <a:ext cx="4873548" cy="1308716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>
                  <a:latin typeface="Arial" pitchFamily="124" charset="0"/>
                </a:endParaRPr>
              </a:p>
            </p:txBody>
          </p: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3EB5FBC9-B93D-2223-E8C9-DF81E8325530}"/>
                  </a:ext>
                </a:extLst>
              </p:cNvPr>
              <p:cNvGrpSpPr/>
              <p:nvPr/>
            </p:nvGrpSpPr>
            <p:grpSpPr>
              <a:xfrm>
                <a:off x="3895104" y="4365420"/>
                <a:ext cx="4347258" cy="649158"/>
                <a:chOff x="592671" y="4520241"/>
                <a:chExt cx="4058349" cy="1048908"/>
              </a:xfrm>
            </p:grpSpPr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B381EE5D-8453-BD83-FE19-B601D06FF3F6}"/>
                    </a:ext>
                  </a:extLst>
                </p:cNvPr>
                <p:cNvGrpSpPr/>
                <p:nvPr/>
              </p:nvGrpSpPr>
              <p:grpSpPr>
                <a:xfrm>
                  <a:off x="592671" y="4520241"/>
                  <a:ext cx="1161082" cy="1048908"/>
                  <a:chOff x="592671" y="4520241"/>
                  <a:chExt cx="1161082" cy="1048908"/>
                </a:xfrm>
              </p:grpSpPr>
              <p:sp>
                <p:nvSpPr>
                  <p:cNvPr id="162" name="Rectangle 161">
                    <a:extLst>
                      <a:ext uri="{FF2B5EF4-FFF2-40B4-BE49-F238E27FC236}">
                        <a16:creationId xmlns:a16="http://schemas.microsoft.com/office/drawing/2014/main" id="{FD73E590-DBED-24D4-48BD-B3FE59FB30C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92671" y="4520244"/>
                    <a:ext cx="342323" cy="1048905"/>
                  </a:xfrm>
                  <a:prstGeom prst="rect">
                    <a:avLst/>
                  </a:prstGeom>
                  <a:solidFill>
                    <a:srgbClr val="0070C0"/>
                  </a:solidFill>
                  <a:ln w="317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vert270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900" dirty="0">
                        <a:solidFill>
                          <a:schemeClr val="bg1"/>
                        </a:solidFill>
                        <a:latin typeface="Arial" pitchFamily="124" charset="0"/>
                      </a:rPr>
                      <a:t>Product</a:t>
                    </a:r>
                    <a:endParaRPr lang="zh-CN" altLang="en-US" sz="900" dirty="0">
                      <a:solidFill>
                        <a:schemeClr val="bg1"/>
                      </a:solidFill>
                      <a:latin typeface="Arial" pitchFamily="124" charset="0"/>
                    </a:endParaRPr>
                  </a:p>
                </p:txBody>
              </p:sp>
              <p:sp>
                <p:nvSpPr>
                  <p:cNvPr id="163" name="Rectangle 162">
                    <a:extLst>
                      <a:ext uri="{FF2B5EF4-FFF2-40B4-BE49-F238E27FC236}">
                        <a16:creationId xmlns:a16="http://schemas.microsoft.com/office/drawing/2014/main" id="{ADEBC7C5-28EA-43B9-E10D-9C0BCB1E2CC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002051" y="4520241"/>
                    <a:ext cx="342323" cy="1048905"/>
                  </a:xfrm>
                  <a:prstGeom prst="rect">
                    <a:avLst/>
                  </a:prstGeom>
                  <a:solidFill>
                    <a:schemeClr val="bg2"/>
                  </a:solidFill>
                  <a:ln w="317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vert270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900">
                        <a:latin typeface="Arial" pitchFamily="124" charset="0"/>
                      </a:rPr>
                      <a:t>Customer</a:t>
                    </a:r>
                    <a:endParaRPr lang="zh-CN" altLang="en-US" sz="900">
                      <a:latin typeface="Arial" pitchFamily="124" charset="0"/>
                    </a:endParaRPr>
                  </a:p>
                </p:txBody>
              </p:sp>
              <p:sp>
                <p:nvSpPr>
                  <p:cNvPr id="164" name="Rectangle 163">
                    <a:extLst>
                      <a:ext uri="{FF2B5EF4-FFF2-40B4-BE49-F238E27FC236}">
                        <a16:creationId xmlns:a16="http://schemas.microsoft.com/office/drawing/2014/main" id="{D161AF22-0DA1-D8B9-2DCB-A1C8211A28C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11430" y="4520244"/>
                    <a:ext cx="342323" cy="1048905"/>
                  </a:xfrm>
                  <a:prstGeom prst="rect">
                    <a:avLst/>
                  </a:prstGeom>
                  <a:solidFill>
                    <a:schemeClr val="bg2"/>
                  </a:solidFill>
                  <a:ln w="317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vert270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900">
                        <a:latin typeface="Arial" pitchFamily="124" charset="0"/>
                      </a:rPr>
                      <a:t>Vendor</a:t>
                    </a:r>
                    <a:endParaRPr lang="zh-CN" altLang="en-US" sz="900">
                      <a:latin typeface="Arial" pitchFamily="124" charset="0"/>
                    </a:endParaRPr>
                  </a:p>
                </p:txBody>
              </p:sp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7AB4069D-1DF6-92E1-02BF-8C016EF014B2}"/>
                    </a:ext>
                  </a:extLst>
                </p:cNvPr>
                <p:cNvGrpSpPr/>
                <p:nvPr/>
              </p:nvGrpSpPr>
              <p:grpSpPr>
                <a:xfrm>
                  <a:off x="1865252" y="4520244"/>
                  <a:ext cx="2785768" cy="1048905"/>
                  <a:chOff x="1865252" y="4520244"/>
                  <a:chExt cx="2785768" cy="1048905"/>
                </a:xfrm>
              </p:grpSpPr>
              <p:sp>
                <p:nvSpPr>
                  <p:cNvPr id="154" name="Rectangle 153">
                    <a:extLst>
                      <a:ext uri="{FF2B5EF4-FFF2-40B4-BE49-F238E27FC236}">
                        <a16:creationId xmlns:a16="http://schemas.microsoft.com/office/drawing/2014/main" id="{92B494B8-2941-6E95-72D2-397A3122CD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65252" y="4520244"/>
                    <a:ext cx="342323" cy="1048905"/>
                  </a:xfrm>
                  <a:prstGeom prst="rect">
                    <a:avLst/>
                  </a:prstGeom>
                  <a:solidFill>
                    <a:srgbClr val="55B5C4"/>
                  </a:solidFill>
                  <a:ln w="317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vert270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900">
                        <a:latin typeface="Arial" pitchFamily="124" charset="0"/>
                      </a:rPr>
                      <a:t>SO</a:t>
                    </a:r>
                    <a:endParaRPr lang="zh-CN" altLang="en-US" sz="900">
                      <a:latin typeface="Arial" pitchFamily="124" charset="0"/>
                    </a:endParaRPr>
                  </a:p>
                </p:txBody>
              </p:sp>
              <p:sp>
                <p:nvSpPr>
                  <p:cNvPr id="155" name="Rectangle 154">
                    <a:extLst>
                      <a:ext uri="{FF2B5EF4-FFF2-40B4-BE49-F238E27FC236}">
                        <a16:creationId xmlns:a16="http://schemas.microsoft.com/office/drawing/2014/main" id="{8F99BA8F-ADEC-D958-CFFD-32D310CAD0D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272493" y="4520244"/>
                    <a:ext cx="342323" cy="1048905"/>
                  </a:xfrm>
                  <a:prstGeom prst="rect">
                    <a:avLst/>
                  </a:prstGeom>
                  <a:solidFill>
                    <a:srgbClr val="55B5C4"/>
                  </a:solidFill>
                  <a:ln w="317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vert270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900">
                        <a:latin typeface="Arial" pitchFamily="124" charset="0"/>
                      </a:rPr>
                      <a:t>PO</a:t>
                    </a:r>
                    <a:endParaRPr lang="zh-CN" altLang="en-US" sz="900">
                      <a:latin typeface="Arial" pitchFamily="124" charset="0"/>
                    </a:endParaRPr>
                  </a:p>
                </p:txBody>
              </p:sp>
              <p:sp>
                <p:nvSpPr>
                  <p:cNvPr id="156" name="Rectangle 155">
                    <a:extLst>
                      <a:ext uri="{FF2B5EF4-FFF2-40B4-BE49-F238E27FC236}">
                        <a16:creationId xmlns:a16="http://schemas.microsoft.com/office/drawing/2014/main" id="{40DC4FC6-879F-F7C0-1E4F-52092D3F6F8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79735" y="4520244"/>
                    <a:ext cx="342323" cy="1048905"/>
                  </a:xfrm>
                  <a:prstGeom prst="rect">
                    <a:avLst/>
                  </a:prstGeom>
                  <a:solidFill>
                    <a:srgbClr val="55B5C4"/>
                  </a:solidFill>
                  <a:ln w="317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vert270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900">
                        <a:latin typeface="Arial" pitchFamily="124" charset="0"/>
                      </a:rPr>
                      <a:t>Inventory</a:t>
                    </a:r>
                    <a:endParaRPr lang="zh-CN" altLang="en-US" sz="900">
                      <a:latin typeface="Arial" pitchFamily="124" charset="0"/>
                    </a:endParaRPr>
                  </a:p>
                </p:txBody>
              </p:sp>
              <p:sp>
                <p:nvSpPr>
                  <p:cNvPr id="157" name="Rectangle 156">
                    <a:extLst>
                      <a:ext uri="{FF2B5EF4-FFF2-40B4-BE49-F238E27FC236}">
                        <a16:creationId xmlns:a16="http://schemas.microsoft.com/office/drawing/2014/main" id="{C1E78550-62C4-22D3-C1E0-EBB65DA129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86971" y="4520244"/>
                    <a:ext cx="342323" cy="1048905"/>
                  </a:xfrm>
                  <a:prstGeom prst="rect">
                    <a:avLst/>
                  </a:prstGeom>
                  <a:solidFill>
                    <a:srgbClr val="D7EDF1"/>
                  </a:solidFill>
                  <a:ln w="317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vert270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900">
                        <a:latin typeface="Arial" pitchFamily="124" charset="0"/>
                      </a:rPr>
                      <a:t>DN</a:t>
                    </a:r>
                    <a:endParaRPr lang="zh-CN" altLang="en-US" sz="900">
                      <a:latin typeface="Arial" pitchFamily="124" charset="0"/>
                    </a:endParaRPr>
                  </a:p>
                </p:txBody>
              </p:sp>
              <p:sp>
                <p:nvSpPr>
                  <p:cNvPr id="158" name="Rectangle 157">
                    <a:extLst>
                      <a:ext uri="{FF2B5EF4-FFF2-40B4-BE49-F238E27FC236}">
                        <a16:creationId xmlns:a16="http://schemas.microsoft.com/office/drawing/2014/main" id="{2734A718-2891-43D9-D108-315A010D906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94209" y="4520244"/>
                    <a:ext cx="342323" cy="1048905"/>
                  </a:xfrm>
                  <a:prstGeom prst="rect">
                    <a:avLst/>
                  </a:prstGeom>
                  <a:solidFill>
                    <a:srgbClr val="D7EDF1"/>
                  </a:solidFill>
                  <a:ln w="317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vert270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900">
                        <a:latin typeface="Arial" pitchFamily="124" charset="0"/>
                      </a:rPr>
                      <a:t>Shipment</a:t>
                    </a:r>
                    <a:endParaRPr lang="zh-CN" altLang="en-US" sz="900">
                      <a:latin typeface="Arial" pitchFamily="124" charset="0"/>
                    </a:endParaRPr>
                  </a:p>
                </p:txBody>
              </p:sp>
              <p:sp>
                <p:nvSpPr>
                  <p:cNvPr id="160" name="Rectangle 159">
                    <a:extLst>
                      <a:ext uri="{FF2B5EF4-FFF2-40B4-BE49-F238E27FC236}">
                        <a16:creationId xmlns:a16="http://schemas.microsoft.com/office/drawing/2014/main" id="{D619969D-7414-7574-2F43-D03572559CB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308697" y="4520244"/>
                    <a:ext cx="342323" cy="1048905"/>
                  </a:xfrm>
                  <a:prstGeom prst="rect">
                    <a:avLst/>
                  </a:prstGeom>
                  <a:solidFill>
                    <a:srgbClr val="D7EDF1"/>
                  </a:solidFill>
                  <a:ln w="317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vert270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900">
                        <a:latin typeface="Arial" pitchFamily="124" charset="0"/>
                      </a:rPr>
                      <a:t>…</a:t>
                    </a:r>
                    <a:endParaRPr lang="zh-CN" altLang="en-US" sz="900">
                      <a:latin typeface="Arial" pitchFamily="124" charset="0"/>
                    </a:endParaRPr>
                  </a:p>
                </p:txBody>
              </p:sp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4697FB32-8474-55CF-6638-A084E98CAB3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01453" y="4520244"/>
                    <a:ext cx="342323" cy="1048905"/>
                  </a:xfrm>
                  <a:prstGeom prst="rect">
                    <a:avLst/>
                  </a:prstGeom>
                  <a:solidFill>
                    <a:srgbClr val="D7EDF1"/>
                  </a:solidFill>
                  <a:ln w="317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vert270" wrap="squar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900">
                        <a:latin typeface="Arial" pitchFamily="124" charset="0"/>
                      </a:rPr>
                      <a:t>…</a:t>
                    </a:r>
                    <a:endParaRPr lang="zh-CN" altLang="en-US" sz="900">
                      <a:latin typeface="Arial" pitchFamily="124" charset="0"/>
                    </a:endParaRPr>
                  </a:p>
                </p:txBody>
              </p:sp>
            </p:grpSp>
          </p:grp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C63E8243-5401-1009-1F8F-E5488648ED9D}"/>
                  </a:ext>
                </a:extLst>
              </p:cNvPr>
              <p:cNvSpPr/>
              <p:nvPr/>
            </p:nvSpPr>
            <p:spPr bwMode="auto">
              <a:xfrm>
                <a:off x="4111549" y="3854131"/>
                <a:ext cx="3914368" cy="449010"/>
              </a:xfrm>
              <a:prstGeom prst="rect">
                <a:avLst/>
              </a:prstGeom>
              <a:noFill/>
              <a:ln w="31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400" dirty="0">
                    <a:latin typeface="Arial" pitchFamily="124" charset="0"/>
                  </a:rPr>
                  <a:t>Digital Supply Chain Data Model</a:t>
                </a:r>
                <a:endParaRPr lang="zh-CN" altLang="en-US" sz="1400" dirty="0">
                  <a:latin typeface="Arial" pitchFamily="124" charset="0"/>
                </a:endParaRPr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8075FCD-BA6A-F927-8DF1-22DFEF322EDD}"/>
                </a:ext>
              </a:extLst>
            </p:cNvPr>
            <p:cNvGrpSpPr/>
            <p:nvPr/>
          </p:nvGrpSpPr>
          <p:grpSpPr>
            <a:xfrm>
              <a:off x="3816609" y="5316056"/>
              <a:ext cx="4493374" cy="479696"/>
              <a:chOff x="3816609" y="5316056"/>
              <a:chExt cx="4493374" cy="479696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AA3E1C27-183F-94CE-7F9C-47060E9ACB3E}"/>
                  </a:ext>
                </a:extLst>
              </p:cNvPr>
              <p:cNvGrpSpPr/>
              <p:nvPr/>
            </p:nvGrpSpPr>
            <p:grpSpPr>
              <a:xfrm>
                <a:off x="3816609" y="5322032"/>
                <a:ext cx="593556" cy="473720"/>
                <a:chOff x="1214825" y="5985830"/>
                <a:chExt cx="619628" cy="494528"/>
              </a:xfrm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9843C41E-3ED9-4851-C89D-630AA623F02D}"/>
                    </a:ext>
                  </a:extLst>
                </p:cNvPr>
                <p:cNvGrpSpPr/>
                <p:nvPr/>
              </p:nvGrpSpPr>
              <p:grpSpPr>
                <a:xfrm>
                  <a:off x="1340871" y="5985830"/>
                  <a:ext cx="367536" cy="330021"/>
                  <a:chOff x="5922499" y="3556699"/>
                  <a:chExt cx="1866380" cy="1999621"/>
                </a:xfrm>
              </p:grpSpPr>
              <p:sp>
                <p:nvSpPr>
                  <p:cNvPr id="92" name="Freeform: Shape 91">
                    <a:extLst>
                      <a:ext uri="{FF2B5EF4-FFF2-40B4-BE49-F238E27FC236}">
                        <a16:creationId xmlns:a16="http://schemas.microsoft.com/office/drawing/2014/main" id="{D3489F86-AF84-698B-8EE7-F4FA9937AC16}"/>
                      </a:ext>
                    </a:extLst>
                  </p:cNvPr>
                  <p:cNvSpPr/>
                  <p:nvPr/>
                </p:nvSpPr>
                <p:spPr>
                  <a:xfrm>
                    <a:off x="5922499" y="4550510"/>
                    <a:ext cx="1866314" cy="539231"/>
                  </a:xfrm>
                  <a:custGeom>
                    <a:avLst/>
                    <a:gdLst>
                      <a:gd name="connsiteX0" fmla="*/ 67 w 1866314"/>
                      <a:gd name="connsiteY0" fmla="*/ 239288 h 539231"/>
                      <a:gd name="connsiteX1" fmla="*/ 933224 w 1866314"/>
                      <a:gd name="connsiteY1" fmla="*/ 539231 h 539231"/>
                      <a:gd name="connsiteX2" fmla="*/ 1866314 w 1866314"/>
                      <a:gd name="connsiteY2" fmla="*/ 239688 h 539231"/>
                      <a:gd name="connsiteX3" fmla="*/ 1866314 w 1866314"/>
                      <a:gd name="connsiteY3" fmla="*/ 238955 h 539231"/>
                      <a:gd name="connsiteX4" fmla="*/ 1866314 w 1866314"/>
                      <a:gd name="connsiteY4" fmla="*/ 133 h 539231"/>
                      <a:gd name="connsiteX5" fmla="*/ 933224 w 1866314"/>
                      <a:gd name="connsiteY5" fmla="*/ 205961 h 539231"/>
                      <a:gd name="connsiteX6" fmla="*/ 0 w 1866314"/>
                      <a:gd name="connsiteY6" fmla="*/ 0 h 539231"/>
                      <a:gd name="connsiteX7" fmla="*/ 67 w 1866314"/>
                      <a:gd name="connsiteY7" fmla="*/ 239288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66314" h="539231">
                        <a:moveTo>
                          <a:pt x="67" y="239288"/>
                        </a:moveTo>
                        <a:cubicBezTo>
                          <a:pt x="67" y="404657"/>
                          <a:pt x="418654" y="539231"/>
                          <a:pt x="933224" y="539231"/>
                        </a:cubicBezTo>
                        <a:cubicBezTo>
                          <a:pt x="1447327" y="539231"/>
                          <a:pt x="1865581" y="404857"/>
                          <a:pt x="1866314" y="239688"/>
                        </a:cubicBezTo>
                        <a:lnTo>
                          <a:pt x="1866314" y="238955"/>
                        </a:lnTo>
                        <a:cubicBezTo>
                          <a:pt x="1866247" y="227757"/>
                          <a:pt x="1866314" y="133"/>
                          <a:pt x="1866314" y="133"/>
                        </a:cubicBez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cubicBezTo>
                          <a:pt x="0" y="0"/>
                          <a:pt x="67" y="228023"/>
                          <a:pt x="67" y="23928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3" name="Freeform: Shape 92">
                    <a:extLst>
                      <a:ext uri="{FF2B5EF4-FFF2-40B4-BE49-F238E27FC236}">
                        <a16:creationId xmlns:a16="http://schemas.microsoft.com/office/drawing/2014/main" id="{5D7FF4C7-5E6C-E525-4A8B-3A248820536C}"/>
                      </a:ext>
                    </a:extLst>
                  </p:cNvPr>
                  <p:cNvSpPr/>
                  <p:nvPr/>
                </p:nvSpPr>
                <p:spPr>
                  <a:xfrm>
                    <a:off x="5922499" y="5017089"/>
                    <a:ext cx="1866380" cy="539231"/>
                  </a:xfrm>
                  <a:custGeom>
                    <a:avLst/>
                    <a:gdLst>
                      <a:gd name="connsiteX0" fmla="*/ 1866314 w 1866380"/>
                      <a:gd name="connsiteY0" fmla="*/ 133 h 539231"/>
                      <a:gd name="connsiteX1" fmla="*/ 933224 w 1866380"/>
                      <a:gd name="connsiteY1" fmla="*/ 205961 h 539231"/>
                      <a:gd name="connsiteX2" fmla="*/ 0 w 1866380"/>
                      <a:gd name="connsiteY2" fmla="*/ 0 h 539231"/>
                      <a:gd name="connsiteX3" fmla="*/ 0 w 1866380"/>
                      <a:gd name="connsiteY3" fmla="*/ 272615 h 539231"/>
                      <a:gd name="connsiteX4" fmla="*/ 0 w 1866380"/>
                      <a:gd name="connsiteY4" fmla="*/ 272615 h 539231"/>
                      <a:gd name="connsiteX5" fmla="*/ 933224 w 1866380"/>
                      <a:gd name="connsiteY5" fmla="*/ 539231 h 539231"/>
                      <a:gd name="connsiteX6" fmla="*/ 1866381 w 1866380"/>
                      <a:gd name="connsiteY6" fmla="*/ 272615 h 539231"/>
                      <a:gd name="connsiteX7" fmla="*/ 1866381 w 1866380"/>
                      <a:gd name="connsiteY7" fmla="*/ 272615 h 539231"/>
                      <a:gd name="connsiteX8" fmla="*/ 1866314 w 1866380"/>
                      <a:gd name="connsiteY8" fmla="*/ 133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66380" h="539231">
                        <a:moveTo>
                          <a:pt x="1866314" y="133"/>
                        </a:move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lnTo>
                          <a:pt x="0" y="272615"/>
                        </a:lnTo>
                        <a:lnTo>
                          <a:pt x="0" y="272615"/>
                        </a:lnTo>
                        <a:cubicBezTo>
                          <a:pt x="51657" y="422587"/>
                          <a:pt x="452914" y="539231"/>
                          <a:pt x="933224" y="539231"/>
                        </a:cubicBezTo>
                        <a:cubicBezTo>
                          <a:pt x="1413533" y="539231"/>
                          <a:pt x="1814724" y="422587"/>
                          <a:pt x="1866381" y="272615"/>
                        </a:cubicBezTo>
                        <a:lnTo>
                          <a:pt x="1866381" y="272615"/>
                        </a:lnTo>
                        <a:lnTo>
                          <a:pt x="1866314" y="133"/>
                        </a:lnTo>
                        <a:close/>
                      </a:path>
                    </a:pathLst>
                  </a:custGeom>
                  <a:solidFill>
                    <a:srgbClr val="0070C0"/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4" name="Freeform: Shape 93">
                    <a:extLst>
                      <a:ext uri="{FF2B5EF4-FFF2-40B4-BE49-F238E27FC236}">
                        <a16:creationId xmlns:a16="http://schemas.microsoft.com/office/drawing/2014/main" id="{DB3B2EEF-455A-801D-2C02-92562D78EDAD}"/>
                      </a:ext>
                    </a:extLst>
                  </p:cNvPr>
                  <p:cNvSpPr/>
                  <p:nvPr/>
                </p:nvSpPr>
                <p:spPr>
                  <a:xfrm>
                    <a:off x="5922499" y="4083932"/>
                    <a:ext cx="1866314" cy="539231"/>
                  </a:xfrm>
                  <a:custGeom>
                    <a:avLst/>
                    <a:gdLst>
                      <a:gd name="connsiteX0" fmla="*/ 67 w 1866314"/>
                      <a:gd name="connsiteY0" fmla="*/ 239288 h 539231"/>
                      <a:gd name="connsiteX1" fmla="*/ 933224 w 1866314"/>
                      <a:gd name="connsiteY1" fmla="*/ 539231 h 539231"/>
                      <a:gd name="connsiteX2" fmla="*/ 1866314 w 1866314"/>
                      <a:gd name="connsiteY2" fmla="*/ 239688 h 539231"/>
                      <a:gd name="connsiteX3" fmla="*/ 1866314 w 1866314"/>
                      <a:gd name="connsiteY3" fmla="*/ 238955 h 539231"/>
                      <a:gd name="connsiteX4" fmla="*/ 1866314 w 1866314"/>
                      <a:gd name="connsiteY4" fmla="*/ 133 h 539231"/>
                      <a:gd name="connsiteX5" fmla="*/ 933224 w 1866314"/>
                      <a:gd name="connsiteY5" fmla="*/ 205961 h 539231"/>
                      <a:gd name="connsiteX6" fmla="*/ 0 w 1866314"/>
                      <a:gd name="connsiteY6" fmla="*/ 0 h 539231"/>
                      <a:gd name="connsiteX7" fmla="*/ 67 w 1866314"/>
                      <a:gd name="connsiteY7" fmla="*/ 239288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66314" h="539231">
                        <a:moveTo>
                          <a:pt x="67" y="239288"/>
                        </a:moveTo>
                        <a:cubicBezTo>
                          <a:pt x="67" y="404657"/>
                          <a:pt x="418654" y="539231"/>
                          <a:pt x="933224" y="539231"/>
                        </a:cubicBezTo>
                        <a:cubicBezTo>
                          <a:pt x="1447327" y="539231"/>
                          <a:pt x="1865581" y="404857"/>
                          <a:pt x="1866314" y="239688"/>
                        </a:cubicBezTo>
                        <a:lnTo>
                          <a:pt x="1866314" y="238955"/>
                        </a:lnTo>
                        <a:cubicBezTo>
                          <a:pt x="1866247" y="227757"/>
                          <a:pt x="1866314" y="133"/>
                          <a:pt x="1866314" y="133"/>
                        </a:cubicBez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cubicBezTo>
                          <a:pt x="0" y="0"/>
                          <a:pt x="67" y="228024"/>
                          <a:pt x="67" y="23928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40000"/>
                      <a:lumOff val="60000"/>
                    </a:schemeClr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95" name="Freeform: Shape 94">
                    <a:extLst>
                      <a:ext uri="{FF2B5EF4-FFF2-40B4-BE49-F238E27FC236}">
                        <a16:creationId xmlns:a16="http://schemas.microsoft.com/office/drawing/2014/main" id="{C9CC1239-3ECD-0465-741D-B16771286840}"/>
                      </a:ext>
                    </a:extLst>
                  </p:cNvPr>
                  <p:cNvSpPr/>
                  <p:nvPr/>
                </p:nvSpPr>
                <p:spPr>
                  <a:xfrm>
                    <a:off x="5922565" y="3556699"/>
                    <a:ext cx="1866314" cy="599886"/>
                  </a:xfrm>
                  <a:custGeom>
                    <a:avLst/>
                    <a:gdLst>
                      <a:gd name="connsiteX0" fmla="*/ 1866314 w 1866314"/>
                      <a:gd name="connsiteY0" fmla="*/ 299943 h 599886"/>
                      <a:gd name="connsiteX1" fmla="*/ 933157 w 1866314"/>
                      <a:gd name="connsiteY1" fmla="*/ 599887 h 599886"/>
                      <a:gd name="connsiteX2" fmla="*/ 0 w 1866314"/>
                      <a:gd name="connsiteY2" fmla="*/ 299943 h 599886"/>
                      <a:gd name="connsiteX3" fmla="*/ 933157 w 1866314"/>
                      <a:gd name="connsiteY3" fmla="*/ 0 h 599886"/>
                      <a:gd name="connsiteX4" fmla="*/ 1866314 w 1866314"/>
                      <a:gd name="connsiteY4" fmla="*/ 299943 h 5998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66314" h="599886">
                        <a:moveTo>
                          <a:pt x="1866314" y="299943"/>
                        </a:moveTo>
                        <a:cubicBezTo>
                          <a:pt x="1866314" y="465597"/>
                          <a:pt x="1448525" y="599887"/>
                          <a:pt x="933157" y="599887"/>
                        </a:cubicBezTo>
                        <a:cubicBezTo>
                          <a:pt x="417789" y="599887"/>
                          <a:pt x="0" y="465597"/>
                          <a:pt x="0" y="299943"/>
                        </a:cubicBezTo>
                        <a:cubicBezTo>
                          <a:pt x="0" y="134289"/>
                          <a:pt x="417789" y="0"/>
                          <a:pt x="933157" y="0"/>
                        </a:cubicBezTo>
                        <a:cubicBezTo>
                          <a:pt x="1448525" y="0"/>
                          <a:pt x="1866314" y="134289"/>
                          <a:pt x="1866314" y="29994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>
                          <a:lumMod val="75000"/>
                        </a:schemeClr>
                      </a:gs>
                      <a:gs pos="20000">
                        <a:srgbClr val="969696"/>
                      </a:gs>
                      <a:gs pos="81000">
                        <a:schemeClr val="tx1"/>
                      </a:gs>
                    </a:gsLst>
                    <a:lin ang="5400000" scaled="1"/>
                  </a:gra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63D337F-2E3F-F62B-0A88-18CDA25060B4}"/>
                    </a:ext>
                  </a:extLst>
                </p:cNvPr>
                <p:cNvSpPr txBox="1"/>
                <p:nvPr/>
              </p:nvSpPr>
              <p:spPr>
                <a:xfrm>
                  <a:off x="1214825" y="6355750"/>
                  <a:ext cx="619628" cy="124608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2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61316"/>
                    </a:buClr>
                    <a:buSzPct val="100000"/>
                    <a:buFontTx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ERP</a:t>
                  </a:r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D905D920-E9B3-F1B7-8C9D-4CD2DF8535C7}"/>
                  </a:ext>
                </a:extLst>
              </p:cNvPr>
              <p:cNvGrpSpPr/>
              <p:nvPr/>
            </p:nvGrpSpPr>
            <p:grpSpPr>
              <a:xfrm>
                <a:off x="4596573" y="5322032"/>
                <a:ext cx="593556" cy="473720"/>
                <a:chOff x="2298698" y="5985830"/>
                <a:chExt cx="619628" cy="494528"/>
              </a:xfrm>
            </p:grpSpPr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98EAF05D-794C-9543-F29F-E77A487D478C}"/>
                    </a:ext>
                  </a:extLst>
                </p:cNvPr>
                <p:cNvGrpSpPr/>
                <p:nvPr/>
              </p:nvGrpSpPr>
              <p:grpSpPr>
                <a:xfrm>
                  <a:off x="2424744" y="5985830"/>
                  <a:ext cx="367536" cy="330021"/>
                  <a:chOff x="5922499" y="3556699"/>
                  <a:chExt cx="1866380" cy="1999621"/>
                </a:xfrm>
              </p:grpSpPr>
              <p:sp>
                <p:nvSpPr>
                  <p:cNvPr id="99" name="Freeform: Shape 98">
                    <a:extLst>
                      <a:ext uri="{FF2B5EF4-FFF2-40B4-BE49-F238E27FC236}">
                        <a16:creationId xmlns:a16="http://schemas.microsoft.com/office/drawing/2014/main" id="{32743008-6E8F-FF83-91F8-3B7AB014B444}"/>
                      </a:ext>
                    </a:extLst>
                  </p:cNvPr>
                  <p:cNvSpPr/>
                  <p:nvPr/>
                </p:nvSpPr>
                <p:spPr>
                  <a:xfrm>
                    <a:off x="5922499" y="4550510"/>
                    <a:ext cx="1866314" cy="539231"/>
                  </a:xfrm>
                  <a:custGeom>
                    <a:avLst/>
                    <a:gdLst>
                      <a:gd name="connsiteX0" fmla="*/ 67 w 1866314"/>
                      <a:gd name="connsiteY0" fmla="*/ 239288 h 539231"/>
                      <a:gd name="connsiteX1" fmla="*/ 933224 w 1866314"/>
                      <a:gd name="connsiteY1" fmla="*/ 539231 h 539231"/>
                      <a:gd name="connsiteX2" fmla="*/ 1866314 w 1866314"/>
                      <a:gd name="connsiteY2" fmla="*/ 239688 h 539231"/>
                      <a:gd name="connsiteX3" fmla="*/ 1866314 w 1866314"/>
                      <a:gd name="connsiteY3" fmla="*/ 238955 h 539231"/>
                      <a:gd name="connsiteX4" fmla="*/ 1866314 w 1866314"/>
                      <a:gd name="connsiteY4" fmla="*/ 133 h 539231"/>
                      <a:gd name="connsiteX5" fmla="*/ 933224 w 1866314"/>
                      <a:gd name="connsiteY5" fmla="*/ 205961 h 539231"/>
                      <a:gd name="connsiteX6" fmla="*/ 0 w 1866314"/>
                      <a:gd name="connsiteY6" fmla="*/ 0 h 539231"/>
                      <a:gd name="connsiteX7" fmla="*/ 67 w 1866314"/>
                      <a:gd name="connsiteY7" fmla="*/ 239288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66314" h="539231">
                        <a:moveTo>
                          <a:pt x="67" y="239288"/>
                        </a:moveTo>
                        <a:cubicBezTo>
                          <a:pt x="67" y="404657"/>
                          <a:pt x="418654" y="539231"/>
                          <a:pt x="933224" y="539231"/>
                        </a:cubicBezTo>
                        <a:cubicBezTo>
                          <a:pt x="1447327" y="539231"/>
                          <a:pt x="1865581" y="404857"/>
                          <a:pt x="1866314" y="239688"/>
                        </a:cubicBezTo>
                        <a:lnTo>
                          <a:pt x="1866314" y="238955"/>
                        </a:lnTo>
                        <a:cubicBezTo>
                          <a:pt x="1866247" y="227757"/>
                          <a:pt x="1866314" y="133"/>
                          <a:pt x="1866314" y="133"/>
                        </a:cubicBez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cubicBezTo>
                          <a:pt x="0" y="0"/>
                          <a:pt x="67" y="228023"/>
                          <a:pt x="67" y="23928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0" name="Freeform: Shape 99">
                    <a:extLst>
                      <a:ext uri="{FF2B5EF4-FFF2-40B4-BE49-F238E27FC236}">
                        <a16:creationId xmlns:a16="http://schemas.microsoft.com/office/drawing/2014/main" id="{DC478F87-06DA-9094-A7C1-5C466A217323}"/>
                      </a:ext>
                    </a:extLst>
                  </p:cNvPr>
                  <p:cNvSpPr/>
                  <p:nvPr/>
                </p:nvSpPr>
                <p:spPr>
                  <a:xfrm>
                    <a:off x="5922499" y="5017089"/>
                    <a:ext cx="1866380" cy="539231"/>
                  </a:xfrm>
                  <a:custGeom>
                    <a:avLst/>
                    <a:gdLst>
                      <a:gd name="connsiteX0" fmla="*/ 1866314 w 1866380"/>
                      <a:gd name="connsiteY0" fmla="*/ 133 h 539231"/>
                      <a:gd name="connsiteX1" fmla="*/ 933224 w 1866380"/>
                      <a:gd name="connsiteY1" fmla="*/ 205961 h 539231"/>
                      <a:gd name="connsiteX2" fmla="*/ 0 w 1866380"/>
                      <a:gd name="connsiteY2" fmla="*/ 0 h 539231"/>
                      <a:gd name="connsiteX3" fmla="*/ 0 w 1866380"/>
                      <a:gd name="connsiteY3" fmla="*/ 272615 h 539231"/>
                      <a:gd name="connsiteX4" fmla="*/ 0 w 1866380"/>
                      <a:gd name="connsiteY4" fmla="*/ 272615 h 539231"/>
                      <a:gd name="connsiteX5" fmla="*/ 933224 w 1866380"/>
                      <a:gd name="connsiteY5" fmla="*/ 539231 h 539231"/>
                      <a:gd name="connsiteX6" fmla="*/ 1866381 w 1866380"/>
                      <a:gd name="connsiteY6" fmla="*/ 272615 h 539231"/>
                      <a:gd name="connsiteX7" fmla="*/ 1866381 w 1866380"/>
                      <a:gd name="connsiteY7" fmla="*/ 272615 h 539231"/>
                      <a:gd name="connsiteX8" fmla="*/ 1866314 w 1866380"/>
                      <a:gd name="connsiteY8" fmla="*/ 133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66380" h="539231">
                        <a:moveTo>
                          <a:pt x="1866314" y="133"/>
                        </a:move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lnTo>
                          <a:pt x="0" y="272615"/>
                        </a:lnTo>
                        <a:lnTo>
                          <a:pt x="0" y="272615"/>
                        </a:lnTo>
                        <a:cubicBezTo>
                          <a:pt x="51657" y="422587"/>
                          <a:pt x="452914" y="539231"/>
                          <a:pt x="933224" y="539231"/>
                        </a:cubicBezTo>
                        <a:cubicBezTo>
                          <a:pt x="1413533" y="539231"/>
                          <a:pt x="1814724" y="422587"/>
                          <a:pt x="1866381" y="272615"/>
                        </a:cubicBezTo>
                        <a:lnTo>
                          <a:pt x="1866381" y="272615"/>
                        </a:lnTo>
                        <a:lnTo>
                          <a:pt x="1866314" y="133"/>
                        </a:lnTo>
                        <a:close/>
                      </a:path>
                    </a:pathLst>
                  </a:custGeom>
                  <a:solidFill>
                    <a:srgbClr val="0070C0"/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1" name="Freeform: Shape 100">
                    <a:extLst>
                      <a:ext uri="{FF2B5EF4-FFF2-40B4-BE49-F238E27FC236}">
                        <a16:creationId xmlns:a16="http://schemas.microsoft.com/office/drawing/2014/main" id="{ACC7E971-D91A-7BE0-841B-A60524ACAF7F}"/>
                      </a:ext>
                    </a:extLst>
                  </p:cNvPr>
                  <p:cNvSpPr/>
                  <p:nvPr/>
                </p:nvSpPr>
                <p:spPr>
                  <a:xfrm>
                    <a:off x="5922499" y="4083932"/>
                    <a:ext cx="1866314" cy="539231"/>
                  </a:xfrm>
                  <a:custGeom>
                    <a:avLst/>
                    <a:gdLst>
                      <a:gd name="connsiteX0" fmla="*/ 67 w 1866314"/>
                      <a:gd name="connsiteY0" fmla="*/ 239288 h 539231"/>
                      <a:gd name="connsiteX1" fmla="*/ 933224 w 1866314"/>
                      <a:gd name="connsiteY1" fmla="*/ 539231 h 539231"/>
                      <a:gd name="connsiteX2" fmla="*/ 1866314 w 1866314"/>
                      <a:gd name="connsiteY2" fmla="*/ 239688 h 539231"/>
                      <a:gd name="connsiteX3" fmla="*/ 1866314 w 1866314"/>
                      <a:gd name="connsiteY3" fmla="*/ 238955 h 539231"/>
                      <a:gd name="connsiteX4" fmla="*/ 1866314 w 1866314"/>
                      <a:gd name="connsiteY4" fmla="*/ 133 h 539231"/>
                      <a:gd name="connsiteX5" fmla="*/ 933224 w 1866314"/>
                      <a:gd name="connsiteY5" fmla="*/ 205961 h 539231"/>
                      <a:gd name="connsiteX6" fmla="*/ 0 w 1866314"/>
                      <a:gd name="connsiteY6" fmla="*/ 0 h 539231"/>
                      <a:gd name="connsiteX7" fmla="*/ 67 w 1866314"/>
                      <a:gd name="connsiteY7" fmla="*/ 239288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66314" h="539231">
                        <a:moveTo>
                          <a:pt x="67" y="239288"/>
                        </a:moveTo>
                        <a:cubicBezTo>
                          <a:pt x="67" y="404657"/>
                          <a:pt x="418654" y="539231"/>
                          <a:pt x="933224" y="539231"/>
                        </a:cubicBezTo>
                        <a:cubicBezTo>
                          <a:pt x="1447327" y="539231"/>
                          <a:pt x="1865581" y="404857"/>
                          <a:pt x="1866314" y="239688"/>
                        </a:cubicBezTo>
                        <a:lnTo>
                          <a:pt x="1866314" y="238955"/>
                        </a:lnTo>
                        <a:cubicBezTo>
                          <a:pt x="1866247" y="227757"/>
                          <a:pt x="1866314" y="133"/>
                          <a:pt x="1866314" y="133"/>
                        </a:cubicBez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cubicBezTo>
                          <a:pt x="0" y="0"/>
                          <a:pt x="67" y="228024"/>
                          <a:pt x="67" y="23928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40000"/>
                      <a:lumOff val="60000"/>
                    </a:schemeClr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2" name="Freeform: Shape 101">
                    <a:extLst>
                      <a:ext uri="{FF2B5EF4-FFF2-40B4-BE49-F238E27FC236}">
                        <a16:creationId xmlns:a16="http://schemas.microsoft.com/office/drawing/2014/main" id="{08CD62FD-675C-13BA-EBB3-29704754E3E5}"/>
                      </a:ext>
                    </a:extLst>
                  </p:cNvPr>
                  <p:cNvSpPr/>
                  <p:nvPr/>
                </p:nvSpPr>
                <p:spPr>
                  <a:xfrm>
                    <a:off x="5922565" y="3556699"/>
                    <a:ext cx="1866314" cy="599886"/>
                  </a:xfrm>
                  <a:custGeom>
                    <a:avLst/>
                    <a:gdLst>
                      <a:gd name="connsiteX0" fmla="*/ 1866314 w 1866314"/>
                      <a:gd name="connsiteY0" fmla="*/ 299943 h 599886"/>
                      <a:gd name="connsiteX1" fmla="*/ 933157 w 1866314"/>
                      <a:gd name="connsiteY1" fmla="*/ 599887 h 599886"/>
                      <a:gd name="connsiteX2" fmla="*/ 0 w 1866314"/>
                      <a:gd name="connsiteY2" fmla="*/ 299943 h 599886"/>
                      <a:gd name="connsiteX3" fmla="*/ 933157 w 1866314"/>
                      <a:gd name="connsiteY3" fmla="*/ 0 h 599886"/>
                      <a:gd name="connsiteX4" fmla="*/ 1866314 w 1866314"/>
                      <a:gd name="connsiteY4" fmla="*/ 299943 h 5998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66314" h="599886">
                        <a:moveTo>
                          <a:pt x="1866314" y="299943"/>
                        </a:moveTo>
                        <a:cubicBezTo>
                          <a:pt x="1866314" y="465597"/>
                          <a:pt x="1448525" y="599887"/>
                          <a:pt x="933157" y="599887"/>
                        </a:cubicBezTo>
                        <a:cubicBezTo>
                          <a:pt x="417789" y="599887"/>
                          <a:pt x="0" y="465597"/>
                          <a:pt x="0" y="299943"/>
                        </a:cubicBezTo>
                        <a:cubicBezTo>
                          <a:pt x="0" y="134289"/>
                          <a:pt x="417789" y="0"/>
                          <a:pt x="933157" y="0"/>
                        </a:cubicBezTo>
                        <a:cubicBezTo>
                          <a:pt x="1448525" y="0"/>
                          <a:pt x="1866314" y="134289"/>
                          <a:pt x="1866314" y="29994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>
                          <a:lumMod val="75000"/>
                        </a:schemeClr>
                      </a:gs>
                      <a:gs pos="20000">
                        <a:srgbClr val="969696"/>
                      </a:gs>
                      <a:gs pos="81000">
                        <a:schemeClr val="tx1"/>
                      </a:gs>
                    </a:gsLst>
                    <a:lin ang="5400000" scaled="1"/>
                  </a:gra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0E6A398-BD20-BF36-C6E6-08BA934C106C}"/>
                    </a:ext>
                  </a:extLst>
                </p:cNvPr>
                <p:cNvSpPr txBox="1"/>
                <p:nvPr/>
              </p:nvSpPr>
              <p:spPr>
                <a:xfrm>
                  <a:off x="2298698" y="6355750"/>
                  <a:ext cx="619628" cy="124608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2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61316"/>
                    </a:buClr>
                    <a:buSzPct val="100000"/>
                    <a:buFontTx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MDM</a:t>
                  </a:r>
                </a:p>
              </p:txBody>
            </p: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1E58E11A-345D-0CB6-9C6F-A2C7D832AF28}"/>
                  </a:ext>
                </a:extLst>
              </p:cNvPr>
              <p:cNvGrpSpPr/>
              <p:nvPr/>
            </p:nvGrpSpPr>
            <p:grpSpPr>
              <a:xfrm>
                <a:off x="5376537" y="5322032"/>
                <a:ext cx="593556" cy="473720"/>
                <a:chOff x="6634192" y="5985830"/>
                <a:chExt cx="619628" cy="494528"/>
              </a:xfrm>
            </p:grpSpPr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BF8D9958-6F25-E73C-DBD4-6E93C419899B}"/>
                    </a:ext>
                  </a:extLst>
                </p:cNvPr>
                <p:cNvGrpSpPr/>
                <p:nvPr/>
              </p:nvGrpSpPr>
              <p:grpSpPr>
                <a:xfrm>
                  <a:off x="6760238" y="5985830"/>
                  <a:ext cx="367536" cy="330021"/>
                  <a:chOff x="5922499" y="3556699"/>
                  <a:chExt cx="1866380" cy="1999621"/>
                </a:xfrm>
              </p:grpSpPr>
              <p:sp>
                <p:nvSpPr>
                  <p:cNvPr id="134" name="Freeform: Shape 133">
                    <a:extLst>
                      <a:ext uri="{FF2B5EF4-FFF2-40B4-BE49-F238E27FC236}">
                        <a16:creationId xmlns:a16="http://schemas.microsoft.com/office/drawing/2014/main" id="{EBBBA8DE-251A-1D6F-DEC0-45428D2A1970}"/>
                      </a:ext>
                    </a:extLst>
                  </p:cNvPr>
                  <p:cNvSpPr/>
                  <p:nvPr/>
                </p:nvSpPr>
                <p:spPr>
                  <a:xfrm>
                    <a:off x="5922499" y="4550510"/>
                    <a:ext cx="1866314" cy="539231"/>
                  </a:xfrm>
                  <a:custGeom>
                    <a:avLst/>
                    <a:gdLst>
                      <a:gd name="connsiteX0" fmla="*/ 67 w 1866314"/>
                      <a:gd name="connsiteY0" fmla="*/ 239288 h 539231"/>
                      <a:gd name="connsiteX1" fmla="*/ 933224 w 1866314"/>
                      <a:gd name="connsiteY1" fmla="*/ 539231 h 539231"/>
                      <a:gd name="connsiteX2" fmla="*/ 1866314 w 1866314"/>
                      <a:gd name="connsiteY2" fmla="*/ 239688 h 539231"/>
                      <a:gd name="connsiteX3" fmla="*/ 1866314 w 1866314"/>
                      <a:gd name="connsiteY3" fmla="*/ 238955 h 539231"/>
                      <a:gd name="connsiteX4" fmla="*/ 1866314 w 1866314"/>
                      <a:gd name="connsiteY4" fmla="*/ 133 h 539231"/>
                      <a:gd name="connsiteX5" fmla="*/ 933224 w 1866314"/>
                      <a:gd name="connsiteY5" fmla="*/ 205961 h 539231"/>
                      <a:gd name="connsiteX6" fmla="*/ 0 w 1866314"/>
                      <a:gd name="connsiteY6" fmla="*/ 0 h 539231"/>
                      <a:gd name="connsiteX7" fmla="*/ 67 w 1866314"/>
                      <a:gd name="connsiteY7" fmla="*/ 239288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66314" h="539231">
                        <a:moveTo>
                          <a:pt x="67" y="239288"/>
                        </a:moveTo>
                        <a:cubicBezTo>
                          <a:pt x="67" y="404657"/>
                          <a:pt x="418654" y="539231"/>
                          <a:pt x="933224" y="539231"/>
                        </a:cubicBezTo>
                        <a:cubicBezTo>
                          <a:pt x="1447327" y="539231"/>
                          <a:pt x="1865581" y="404857"/>
                          <a:pt x="1866314" y="239688"/>
                        </a:cubicBezTo>
                        <a:lnTo>
                          <a:pt x="1866314" y="238955"/>
                        </a:lnTo>
                        <a:cubicBezTo>
                          <a:pt x="1866247" y="227757"/>
                          <a:pt x="1866314" y="133"/>
                          <a:pt x="1866314" y="133"/>
                        </a:cubicBez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cubicBezTo>
                          <a:pt x="0" y="0"/>
                          <a:pt x="67" y="228023"/>
                          <a:pt x="67" y="23928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5" name="Freeform: Shape 134">
                    <a:extLst>
                      <a:ext uri="{FF2B5EF4-FFF2-40B4-BE49-F238E27FC236}">
                        <a16:creationId xmlns:a16="http://schemas.microsoft.com/office/drawing/2014/main" id="{BD8D896E-6865-D185-7A8C-879E86492658}"/>
                      </a:ext>
                    </a:extLst>
                  </p:cNvPr>
                  <p:cNvSpPr/>
                  <p:nvPr/>
                </p:nvSpPr>
                <p:spPr>
                  <a:xfrm>
                    <a:off x="5922499" y="5017089"/>
                    <a:ext cx="1866380" cy="539231"/>
                  </a:xfrm>
                  <a:custGeom>
                    <a:avLst/>
                    <a:gdLst>
                      <a:gd name="connsiteX0" fmla="*/ 1866314 w 1866380"/>
                      <a:gd name="connsiteY0" fmla="*/ 133 h 539231"/>
                      <a:gd name="connsiteX1" fmla="*/ 933224 w 1866380"/>
                      <a:gd name="connsiteY1" fmla="*/ 205961 h 539231"/>
                      <a:gd name="connsiteX2" fmla="*/ 0 w 1866380"/>
                      <a:gd name="connsiteY2" fmla="*/ 0 h 539231"/>
                      <a:gd name="connsiteX3" fmla="*/ 0 w 1866380"/>
                      <a:gd name="connsiteY3" fmla="*/ 272615 h 539231"/>
                      <a:gd name="connsiteX4" fmla="*/ 0 w 1866380"/>
                      <a:gd name="connsiteY4" fmla="*/ 272615 h 539231"/>
                      <a:gd name="connsiteX5" fmla="*/ 933224 w 1866380"/>
                      <a:gd name="connsiteY5" fmla="*/ 539231 h 539231"/>
                      <a:gd name="connsiteX6" fmla="*/ 1866381 w 1866380"/>
                      <a:gd name="connsiteY6" fmla="*/ 272615 h 539231"/>
                      <a:gd name="connsiteX7" fmla="*/ 1866381 w 1866380"/>
                      <a:gd name="connsiteY7" fmla="*/ 272615 h 539231"/>
                      <a:gd name="connsiteX8" fmla="*/ 1866314 w 1866380"/>
                      <a:gd name="connsiteY8" fmla="*/ 133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66380" h="539231">
                        <a:moveTo>
                          <a:pt x="1866314" y="133"/>
                        </a:move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lnTo>
                          <a:pt x="0" y="272615"/>
                        </a:lnTo>
                        <a:lnTo>
                          <a:pt x="0" y="272615"/>
                        </a:lnTo>
                        <a:cubicBezTo>
                          <a:pt x="51657" y="422587"/>
                          <a:pt x="452914" y="539231"/>
                          <a:pt x="933224" y="539231"/>
                        </a:cubicBezTo>
                        <a:cubicBezTo>
                          <a:pt x="1413533" y="539231"/>
                          <a:pt x="1814724" y="422587"/>
                          <a:pt x="1866381" y="272615"/>
                        </a:cubicBezTo>
                        <a:lnTo>
                          <a:pt x="1866381" y="272615"/>
                        </a:lnTo>
                        <a:lnTo>
                          <a:pt x="1866314" y="133"/>
                        </a:lnTo>
                        <a:close/>
                      </a:path>
                    </a:pathLst>
                  </a:custGeom>
                  <a:solidFill>
                    <a:srgbClr val="0070C0"/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6" name="Freeform: Shape 135">
                    <a:extLst>
                      <a:ext uri="{FF2B5EF4-FFF2-40B4-BE49-F238E27FC236}">
                        <a16:creationId xmlns:a16="http://schemas.microsoft.com/office/drawing/2014/main" id="{4F120969-5635-D166-7115-9129FBD218FE}"/>
                      </a:ext>
                    </a:extLst>
                  </p:cNvPr>
                  <p:cNvSpPr/>
                  <p:nvPr/>
                </p:nvSpPr>
                <p:spPr>
                  <a:xfrm>
                    <a:off x="5922499" y="4083932"/>
                    <a:ext cx="1866314" cy="539231"/>
                  </a:xfrm>
                  <a:custGeom>
                    <a:avLst/>
                    <a:gdLst>
                      <a:gd name="connsiteX0" fmla="*/ 67 w 1866314"/>
                      <a:gd name="connsiteY0" fmla="*/ 239288 h 539231"/>
                      <a:gd name="connsiteX1" fmla="*/ 933224 w 1866314"/>
                      <a:gd name="connsiteY1" fmla="*/ 539231 h 539231"/>
                      <a:gd name="connsiteX2" fmla="*/ 1866314 w 1866314"/>
                      <a:gd name="connsiteY2" fmla="*/ 239688 h 539231"/>
                      <a:gd name="connsiteX3" fmla="*/ 1866314 w 1866314"/>
                      <a:gd name="connsiteY3" fmla="*/ 238955 h 539231"/>
                      <a:gd name="connsiteX4" fmla="*/ 1866314 w 1866314"/>
                      <a:gd name="connsiteY4" fmla="*/ 133 h 539231"/>
                      <a:gd name="connsiteX5" fmla="*/ 933224 w 1866314"/>
                      <a:gd name="connsiteY5" fmla="*/ 205961 h 539231"/>
                      <a:gd name="connsiteX6" fmla="*/ 0 w 1866314"/>
                      <a:gd name="connsiteY6" fmla="*/ 0 h 539231"/>
                      <a:gd name="connsiteX7" fmla="*/ 67 w 1866314"/>
                      <a:gd name="connsiteY7" fmla="*/ 239288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66314" h="539231">
                        <a:moveTo>
                          <a:pt x="67" y="239288"/>
                        </a:moveTo>
                        <a:cubicBezTo>
                          <a:pt x="67" y="404657"/>
                          <a:pt x="418654" y="539231"/>
                          <a:pt x="933224" y="539231"/>
                        </a:cubicBezTo>
                        <a:cubicBezTo>
                          <a:pt x="1447327" y="539231"/>
                          <a:pt x="1865581" y="404857"/>
                          <a:pt x="1866314" y="239688"/>
                        </a:cubicBezTo>
                        <a:lnTo>
                          <a:pt x="1866314" y="238955"/>
                        </a:lnTo>
                        <a:cubicBezTo>
                          <a:pt x="1866247" y="227757"/>
                          <a:pt x="1866314" y="133"/>
                          <a:pt x="1866314" y="133"/>
                        </a:cubicBez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cubicBezTo>
                          <a:pt x="0" y="0"/>
                          <a:pt x="67" y="228024"/>
                          <a:pt x="67" y="23928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40000"/>
                      <a:lumOff val="60000"/>
                    </a:schemeClr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37" name="Freeform: Shape 136">
                    <a:extLst>
                      <a:ext uri="{FF2B5EF4-FFF2-40B4-BE49-F238E27FC236}">
                        <a16:creationId xmlns:a16="http://schemas.microsoft.com/office/drawing/2014/main" id="{0FCD1ADD-9324-05E8-BFF3-34B65EB93ADE}"/>
                      </a:ext>
                    </a:extLst>
                  </p:cNvPr>
                  <p:cNvSpPr/>
                  <p:nvPr/>
                </p:nvSpPr>
                <p:spPr>
                  <a:xfrm>
                    <a:off x="5922565" y="3556699"/>
                    <a:ext cx="1866314" cy="599886"/>
                  </a:xfrm>
                  <a:custGeom>
                    <a:avLst/>
                    <a:gdLst>
                      <a:gd name="connsiteX0" fmla="*/ 1866314 w 1866314"/>
                      <a:gd name="connsiteY0" fmla="*/ 299943 h 599886"/>
                      <a:gd name="connsiteX1" fmla="*/ 933157 w 1866314"/>
                      <a:gd name="connsiteY1" fmla="*/ 599887 h 599886"/>
                      <a:gd name="connsiteX2" fmla="*/ 0 w 1866314"/>
                      <a:gd name="connsiteY2" fmla="*/ 299943 h 599886"/>
                      <a:gd name="connsiteX3" fmla="*/ 933157 w 1866314"/>
                      <a:gd name="connsiteY3" fmla="*/ 0 h 599886"/>
                      <a:gd name="connsiteX4" fmla="*/ 1866314 w 1866314"/>
                      <a:gd name="connsiteY4" fmla="*/ 299943 h 5998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66314" h="599886">
                        <a:moveTo>
                          <a:pt x="1866314" y="299943"/>
                        </a:moveTo>
                        <a:cubicBezTo>
                          <a:pt x="1866314" y="465597"/>
                          <a:pt x="1448525" y="599887"/>
                          <a:pt x="933157" y="599887"/>
                        </a:cubicBezTo>
                        <a:cubicBezTo>
                          <a:pt x="417789" y="599887"/>
                          <a:pt x="0" y="465597"/>
                          <a:pt x="0" y="299943"/>
                        </a:cubicBezTo>
                        <a:cubicBezTo>
                          <a:pt x="0" y="134289"/>
                          <a:pt x="417789" y="0"/>
                          <a:pt x="933157" y="0"/>
                        </a:cubicBezTo>
                        <a:cubicBezTo>
                          <a:pt x="1448525" y="0"/>
                          <a:pt x="1866314" y="134289"/>
                          <a:pt x="1866314" y="29994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>
                          <a:lumMod val="75000"/>
                        </a:schemeClr>
                      </a:gs>
                      <a:gs pos="20000">
                        <a:srgbClr val="969696"/>
                      </a:gs>
                      <a:gs pos="81000">
                        <a:schemeClr val="tx1"/>
                      </a:gs>
                    </a:gsLst>
                    <a:lin ang="5400000" scaled="1"/>
                  </a:gra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0CB63BC9-7A98-C943-09C0-6AC818B8BE12}"/>
                    </a:ext>
                  </a:extLst>
                </p:cNvPr>
                <p:cNvSpPr txBox="1"/>
                <p:nvPr/>
              </p:nvSpPr>
              <p:spPr>
                <a:xfrm>
                  <a:off x="6634192" y="6355750"/>
                  <a:ext cx="619628" cy="124608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2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61316"/>
                    </a:buClr>
                    <a:buSzPct val="100000"/>
                    <a:buFontTx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…</a:t>
                  </a:r>
                </a:p>
              </p:txBody>
            </p:sp>
          </p:grp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BAFECC8D-620F-5829-A438-84634AFC7F59}"/>
                  </a:ext>
                </a:extLst>
              </p:cNvPr>
              <p:cNvGrpSpPr/>
              <p:nvPr/>
            </p:nvGrpSpPr>
            <p:grpSpPr>
              <a:xfrm>
                <a:off x="6156501" y="5322032"/>
                <a:ext cx="593556" cy="473720"/>
                <a:chOff x="6634192" y="5985830"/>
                <a:chExt cx="619628" cy="494528"/>
              </a:xfrm>
            </p:grpSpPr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FA1E3A92-4EFD-680F-3BEE-72861221240C}"/>
                    </a:ext>
                  </a:extLst>
                </p:cNvPr>
                <p:cNvGrpSpPr/>
                <p:nvPr/>
              </p:nvGrpSpPr>
              <p:grpSpPr>
                <a:xfrm>
                  <a:off x="6760238" y="5985830"/>
                  <a:ext cx="367536" cy="330021"/>
                  <a:chOff x="5922499" y="3556699"/>
                  <a:chExt cx="1866380" cy="1999621"/>
                </a:xfrm>
              </p:grpSpPr>
              <p:sp>
                <p:nvSpPr>
                  <p:cNvPr id="141" name="Freeform: Shape 140">
                    <a:extLst>
                      <a:ext uri="{FF2B5EF4-FFF2-40B4-BE49-F238E27FC236}">
                        <a16:creationId xmlns:a16="http://schemas.microsoft.com/office/drawing/2014/main" id="{C8FA6B61-DCC4-8FA1-EB8E-462525ABCB4B}"/>
                      </a:ext>
                    </a:extLst>
                  </p:cNvPr>
                  <p:cNvSpPr/>
                  <p:nvPr/>
                </p:nvSpPr>
                <p:spPr>
                  <a:xfrm>
                    <a:off x="5922499" y="4550510"/>
                    <a:ext cx="1866314" cy="539231"/>
                  </a:xfrm>
                  <a:custGeom>
                    <a:avLst/>
                    <a:gdLst>
                      <a:gd name="connsiteX0" fmla="*/ 67 w 1866314"/>
                      <a:gd name="connsiteY0" fmla="*/ 239288 h 539231"/>
                      <a:gd name="connsiteX1" fmla="*/ 933224 w 1866314"/>
                      <a:gd name="connsiteY1" fmla="*/ 539231 h 539231"/>
                      <a:gd name="connsiteX2" fmla="*/ 1866314 w 1866314"/>
                      <a:gd name="connsiteY2" fmla="*/ 239688 h 539231"/>
                      <a:gd name="connsiteX3" fmla="*/ 1866314 w 1866314"/>
                      <a:gd name="connsiteY3" fmla="*/ 238955 h 539231"/>
                      <a:gd name="connsiteX4" fmla="*/ 1866314 w 1866314"/>
                      <a:gd name="connsiteY4" fmla="*/ 133 h 539231"/>
                      <a:gd name="connsiteX5" fmla="*/ 933224 w 1866314"/>
                      <a:gd name="connsiteY5" fmla="*/ 205961 h 539231"/>
                      <a:gd name="connsiteX6" fmla="*/ 0 w 1866314"/>
                      <a:gd name="connsiteY6" fmla="*/ 0 h 539231"/>
                      <a:gd name="connsiteX7" fmla="*/ 67 w 1866314"/>
                      <a:gd name="connsiteY7" fmla="*/ 239288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66314" h="539231">
                        <a:moveTo>
                          <a:pt x="67" y="239288"/>
                        </a:moveTo>
                        <a:cubicBezTo>
                          <a:pt x="67" y="404657"/>
                          <a:pt x="418654" y="539231"/>
                          <a:pt x="933224" y="539231"/>
                        </a:cubicBezTo>
                        <a:cubicBezTo>
                          <a:pt x="1447327" y="539231"/>
                          <a:pt x="1865581" y="404857"/>
                          <a:pt x="1866314" y="239688"/>
                        </a:cubicBezTo>
                        <a:lnTo>
                          <a:pt x="1866314" y="238955"/>
                        </a:lnTo>
                        <a:cubicBezTo>
                          <a:pt x="1866247" y="227757"/>
                          <a:pt x="1866314" y="133"/>
                          <a:pt x="1866314" y="133"/>
                        </a:cubicBez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cubicBezTo>
                          <a:pt x="0" y="0"/>
                          <a:pt x="67" y="228023"/>
                          <a:pt x="67" y="23928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2" name="Freeform: Shape 141">
                    <a:extLst>
                      <a:ext uri="{FF2B5EF4-FFF2-40B4-BE49-F238E27FC236}">
                        <a16:creationId xmlns:a16="http://schemas.microsoft.com/office/drawing/2014/main" id="{60A3ADCB-3C0F-85FE-C550-A008D8EC14CA}"/>
                      </a:ext>
                    </a:extLst>
                  </p:cNvPr>
                  <p:cNvSpPr/>
                  <p:nvPr/>
                </p:nvSpPr>
                <p:spPr>
                  <a:xfrm>
                    <a:off x="5922499" y="5017089"/>
                    <a:ext cx="1866380" cy="539231"/>
                  </a:xfrm>
                  <a:custGeom>
                    <a:avLst/>
                    <a:gdLst>
                      <a:gd name="connsiteX0" fmla="*/ 1866314 w 1866380"/>
                      <a:gd name="connsiteY0" fmla="*/ 133 h 539231"/>
                      <a:gd name="connsiteX1" fmla="*/ 933224 w 1866380"/>
                      <a:gd name="connsiteY1" fmla="*/ 205961 h 539231"/>
                      <a:gd name="connsiteX2" fmla="*/ 0 w 1866380"/>
                      <a:gd name="connsiteY2" fmla="*/ 0 h 539231"/>
                      <a:gd name="connsiteX3" fmla="*/ 0 w 1866380"/>
                      <a:gd name="connsiteY3" fmla="*/ 272615 h 539231"/>
                      <a:gd name="connsiteX4" fmla="*/ 0 w 1866380"/>
                      <a:gd name="connsiteY4" fmla="*/ 272615 h 539231"/>
                      <a:gd name="connsiteX5" fmla="*/ 933224 w 1866380"/>
                      <a:gd name="connsiteY5" fmla="*/ 539231 h 539231"/>
                      <a:gd name="connsiteX6" fmla="*/ 1866381 w 1866380"/>
                      <a:gd name="connsiteY6" fmla="*/ 272615 h 539231"/>
                      <a:gd name="connsiteX7" fmla="*/ 1866381 w 1866380"/>
                      <a:gd name="connsiteY7" fmla="*/ 272615 h 539231"/>
                      <a:gd name="connsiteX8" fmla="*/ 1866314 w 1866380"/>
                      <a:gd name="connsiteY8" fmla="*/ 133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66380" h="539231">
                        <a:moveTo>
                          <a:pt x="1866314" y="133"/>
                        </a:move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lnTo>
                          <a:pt x="0" y="272615"/>
                        </a:lnTo>
                        <a:lnTo>
                          <a:pt x="0" y="272615"/>
                        </a:lnTo>
                        <a:cubicBezTo>
                          <a:pt x="51657" y="422587"/>
                          <a:pt x="452914" y="539231"/>
                          <a:pt x="933224" y="539231"/>
                        </a:cubicBezTo>
                        <a:cubicBezTo>
                          <a:pt x="1413533" y="539231"/>
                          <a:pt x="1814724" y="422587"/>
                          <a:pt x="1866381" y="272615"/>
                        </a:cubicBezTo>
                        <a:lnTo>
                          <a:pt x="1866381" y="272615"/>
                        </a:lnTo>
                        <a:lnTo>
                          <a:pt x="1866314" y="133"/>
                        </a:lnTo>
                        <a:close/>
                      </a:path>
                    </a:pathLst>
                  </a:custGeom>
                  <a:solidFill>
                    <a:srgbClr val="0070C0"/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3" name="Freeform: Shape 142">
                    <a:extLst>
                      <a:ext uri="{FF2B5EF4-FFF2-40B4-BE49-F238E27FC236}">
                        <a16:creationId xmlns:a16="http://schemas.microsoft.com/office/drawing/2014/main" id="{73967CD3-7F6D-E2D7-41D5-4ABC29C0DF50}"/>
                      </a:ext>
                    </a:extLst>
                  </p:cNvPr>
                  <p:cNvSpPr/>
                  <p:nvPr/>
                </p:nvSpPr>
                <p:spPr>
                  <a:xfrm>
                    <a:off x="5922499" y="4083932"/>
                    <a:ext cx="1866314" cy="539231"/>
                  </a:xfrm>
                  <a:custGeom>
                    <a:avLst/>
                    <a:gdLst>
                      <a:gd name="connsiteX0" fmla="*/ 67 w 1866314"/>
                      <a:gd name="connsiteY0" fmla="*/ 239288 h 539231"/>
                      <a:gd name="connsiteX1" fmla="*/ 933224 w 1866314"/>
                      <a:gd name="connsiteY1" fmla="*/ 539231 h 539231"/>
                      <a:gd name="connsiteX2" fmla="*/ 1866314 w 1866314"/>
                      <a:gd name="connsiteY2" fmla="*/ 239688 h 539231"/>
                      <a:gd name="connsiteX3" fmla="*/ 1866314 w 1866314"/>
                      <a:gd name="connsiteY3" fmla="*/ 238955 h 539231"/>
                      <a:gd name="connsiteX4" fmla="*/ 1866314 w 1866314"/>
                      <a:gd name="connsiteY4" fmla="*/ 133 h 539231"/>
                      <a:gd name="connsiteX5" fmla="*/ 933224 w 1866314"/>
                      <a:gd name="connsiteY5" fmla="*/ 205961 h 539231"/>
                      <a:gd name="connsiteX6" fmla="*/ 0 w 1866314"/>
                      <a:gd name="connsiteY6" fmla="*/ 0 h 539231"/>
                      <a:gd name="connsiteX7" fmla="*/ 67 w 1866314"/>
                      <a:gd name="connsiteY7" fmla="*/ 239288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66314" h="539231">
                        <a:moveTo>
                          <a:pt x="67" y="239288"/>
                        </a:moveTo>
                        <a:cubicBezTo>
                          <a:pt x="67" y="404657"/>
                          <a:pt x="418654" y="539231"/>
                          <a:pt x="933224" y="539231"/>
                        </a:cubicBezTo>
                        <a:cubicBezTo>
                          <a:pt x="1447327" y="539231"/>
                          <a:pt x="1865581" y="404857"/>
                          <a:pt x="1866314" y="239688"/>
                        </a:cubicBezTo>
                        <a:lnTo>
                          <a:pt x="1866314" y="238955"/>
                        </a:lnTo>
                        <a:cubicBezTo>
                          <a:pt x="1866247" y="227757"/>
                          <a:pt x="1866314" y="133"/>
                          <a:pt x="1866314" y="133"/>
                        </a:cubicBez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cubicBezTo>
                          <a:pt x="0" y="0"/>
                          <a:pt x="67" y="228024"/>
                          <a:pt x="67" y="23928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40000"/>
                      <a:lumOff val="60000"/>
                    </a:schemeClr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4" name="Freeform: Shape 143">
                    <a:extLst>
                      <a:ext uri="{FF2B5EF4-FFF2-40B4-BE49-F238E27FC236}">
                        <a16:creationId xmlns:a16="http://schemas.microsoft.com/office/drawing/2014/main" id="{568673DD-3F5B-442B-7766-067188B004D4}"/>
                      </a:ext>
                    </a:extLst>
                  </p:cNvPr>
                  <p:cNvSpPr/>
                  <p:nvPr/>
                </p:nvSpPr>
                <p:spPr>
                  <a:xfrm>
                    <a:off x="5922565" y="3556699"/>
                    <a:ext cx="1866314" cy="599886"/>
                  </a:xfrm>
                  <a:custGeom>
                    <a:avLst/>
                    <a:gdLst>
                      <a:gd name="connsiteX0" fmla="*/ 1866314 w 1866314"/>
                      <a:gd name="connsiteY0" fmla="*/ 299943 h 599886"/>
                      <a:gd name="connsiteX1" fmla="*/ 933157 w 1866314"/>
                      <a:gd name="connsiteY1" fmla="*/ 599887 h 599886"/>
                      <a:gd name="connsiteX2" fmla="*/ 0 w 1866314"/>
                      <a:gd name="connsiteY2" fmla="*/ 299943 h 599886"/>
                      <a:gd name="connsiteX3" fmla="*/ 933157 w 1866314"/>
                      <a:gd name="connsiteY3" fmla="*/ 0 h 599886"/>
                      <a:gd name="connsiteX4" fmla="*/ 1866314 w 1866314"/>
                      <a:gd name="connsiteY4" fmla="*/ 299943 h 5998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66314" h="599886">
                        <a:moveTo>
                          <a:pt x="1866314" y="299943"/>
                        </a:moveTo>
                        <a:cubicBezTo>
                          <a:pt x="1866314" y="465597"/>
                          <a:pt x="1448525" y="599887"/>
                          <a:pt x="933157" y="599887"/>
                        </a:cubicBezTo>
                        <a:cubicBezTo>
                          <a:pt x="417789" y="599887"/>
                          <a:pt x="0" y="465597"/>
                          <a:pt x="0" y="299943"/>
                        </a:cubicBezTo>
                        <a:cubicBezTo>
                          <a:pt x="0" y="134289"/>
                          <a:pt x="417789" y="0"/>
                          <a:pt x="933157" y="0"/>
                        </a:cubicBezTo>
                        <a:cubicBezTo>
                          <a:pt x="1448525" y="0"/>
                          <a:pt x="1866314" y="134289"/>
                          <a:pt x="1866314" y="29994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>
                          <a:lumMod val="75000"/>
                        </a:schemeClr>
                      </a:gs>
                      <a:gs pos="20000">
                        <a:srgbClr val="969696"/>
                      </a:gs>
                      <a:gs pos="81000">
                        <a:schemeClr val="tx1"/>
                      </a:gs>
                    </a:gsLst>
                    <a:lin ang="5400000" scaled="1"/>
                  </a:gra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3727AA8-D42F-8F71-EA80-18DB51B67414}"/>
                    </a:ext>
                  </a:extLst>
                </p:cNvPr>
                <p:cNvSpPr txBox="1"/>
                <p:nvPr/>
              </p:nvSpPr>
              <p:spPr>
                <a:xfrm>
                  <a:off x="6634192" y="6355750"/>
                  <a:ext cx="619628" cy="124608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2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61316"/>
                    </a:buClr>
                    <a:buSzPct val="100000"/>
                    <a:buFontTx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…</a:t>
                  </a:r>
                </a:p>
              </p:txBody>
            </p: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3498246F-8A97-117D-A263-396E8DDFE975}"/>
                  </a:ext>
                </a:extLst>
              </p:cNvPr>
              <p:cNvGrpSpPr/>
              <p:nvPr/>
            </p:nvGrpSpPr>
            <p:grpSpPr>
              <a:xfrm>
                <a:off x="6936465" y="5316056"/>
                <a:ext cx="593556" cy="473720"/>
                <a:chOff x="6634192" y="5985830"/>
                <a:chExt cx="619628" cy="494528"/>
              </a:xfrm>
            </p:grpSpPr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B1E9ED8E-8B07-AC40-1394-C6B3835BBFDD}"/>
                    </a:ext>
                  </a:extLst>
                </p:cNvPr>
                <p:cNvGrpSpPr/>
                <p:nvPr/>
              </p:nvGrpSpPr>
              <p:grpSpPr>
                <a:xfrm>
                  <a:off x="6760238" y="5985830"/>
                  <a:ext cx="367536" cy="330021"/>
                  <a:chOff x="5922499" y="3556699"/>
                  <a:chExt cx="1866380" cy="1999621"/>
                </a:xfrm>
              </p:grpSpPr>
              <p:sp>
                <p:nvSpPr>
                  <p:cNvPr id="169" name="Freeform: Shape 168">
                    <a:extLst>
                      <a:ext uri="{FF2B5EF4-FFF2-40B4-BE49-F238E27FC236}">
                        <a16:creationId xmlns:a16="http://schemas.microsoft.com/office/drawing/2014/main" id="{84BB60F7-4240-9367-0FBA-1B06550C52F0}"/>
                      </a:ext>
                    </a:extLst>
                  </p:cNvPr>
                  <p:cNvSpPr/>
                  <p:nvPr/>
                </p:nvSpPr>
                <p:spPr>
                  <a:xfrm>
                    <a:off x="5922499" y="4550510"/>
                    <a:ext cx="1866314" cy="539231"/>
                  </a:xfrm>
                  <a:custGeom>
                    <a:avLst/>
                    <a:gdLst>
                      <a:gd name="connsiteX0" fmla="*/ 67 w 1866314"/>
                      <a:gd name="connsiteY0" fmla="*/ 239288 h 539231"/>
                      <a:gd name="connsiteX1" fmla="*/ 933224 w 1866314"/>
                      <a:gd name="connsiteY1" fmla="*/ 539231 h 539231"/>
                      <a:gd name="connsiteX2" fmla="*/ 1866314 w 1866314"/>
                      <a:gd name="connsiteY2" fmla="*/ 239688 h 539231"/>
                      <a:gd name="connsiteX3" fmla="*/ 1866314 w 1866314"/>
                      <a:gd name="connsiteY3" fmla="*/ 238955 h 539231"/>
                      <a:gd name="connsiteX4" fmla="*/ 1866314 w 1866314"/>
                      <a:gd name="connsiteY4" fmla="*/ 133 h 539231"/>
                      <a:gd name="connsiteX5" fmla="*/ 933224 w 1866314"/>
                      <a:gd name="connsiteY5" fmla="*/ 205961 h 539231"/>
                      <a:gd name="connsiteX6" fmla="*/ 0 w 1866314"/>
                      <a:gd name="connsiteY6" fmla="*/ 0 h 539231"/>
                      <a:gd name="connsiteX7" fmla="*/ 67 w 1866314"/>
                      <a:gd name="connsiteY7" fmla="*/ 239288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66314" h="539231">
                        <a:moveTo>
                          <a:pt x="67" y="239288"/>
                        </a:moveTo>
                        <a:cubicBezTo>
                          <a:pt x="67" y="404657"/>
                          <a:pt x="418654" y="539231"/>
                          <a:pt x="933224" y="539231"/>
                        </a:cubicBezTo>
                        <a:cubicBezTo>
                          <a:pt x="1447327" y="539231"/>
                          <a:pt x="1865581" y="404857"/>
                          <a:pt x="1866314" y="239688"/>
                        </a:cubicBezTo>
                        <a:lnTo>
                          <a:pt x="1866314" y="238955"/>
                        </a:lnTo>
                        <a:cubicBezTo>
                          <a:pt x="1866247" y="227757"/>
                          <a:pt x="1866314" y="133"/>
                          <a:pt x="1866314" y="133"/>
                        </a:cubicBez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cubicBezTo>
                          <a:pt x="0" y="0"/>
                          <a:pt x="67" y="228023"/>
                          <a:pt x="67" y="23928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0" name="Freeform: Shape 169">
                    <a:extLst>
                      <a:ext uri="{FF2B5EF4-FFF2-40B4-BE49-F238E27FC236}">
                        <a16:creationId xmlns:a16="http://schemas.microsoft.com/office/drawing/2014/main" id="{3B8F8B2A-19A1-3CD8-159D-98BF4EA10555}"/>
                      </a:ext>
                    </a:extLst>
                  </p:cNvPr>
                  <p:cNvSpPr/>
                  <p:nvPr/>
                </p:nvSpPr>
                <p:spPr>
                  <a:xfrm>
                    <a:off x="5922499" y="5017089"/>
                    <a:ext cx="1866380" cy="539231"/>
                  </a:xfrm>
                  <a:custGeom>
                    <a:avLst/>
                    <a:gdLst>
                      <a:gd name="connsiteX0" fmla="*/ 1866314 w 1866380"/>
                      <a:gd name="connsiteY0" fmla="*/ 133 h 539231"/>
                      <a:gd name="connsiteX1" fmla="*/ 933224 w 1866380"/>
                      <a:gd name="connsiteY1" fmla="*/ 205961 h 539231"/>
                      <a:gd name="connsiteX2" fmla="*/ 0 w 1866380"/>
                      <a:gd name="connsiteY2" fmla="*/ 0 h 539231"/>
                      <a:gd name="connsiteX3" fmla="*/ 0 w 1866380"/>
                      <a:gd name="connsiteY3" fmla="*/ 272615 h 539231"/>
                      <a:gd name="connsiteX4" fmla="*/ 0 w 1866380"/>
                      <a:gd name="connsiteY4" fmla="*/ 272615 h 539231"/>
                      <a:gd name="connsiteX5" fmla="*/ 933224 w 1866380"/>
                      <a:gd name="connsiteY5" fmla="*/ 539231 h 539231"/>
                      <a:gd name="connsiteX6" fmla="*/ 1866381 w 1866380"/>
                      <a:gd name="connsiteY6" fmla="*/ 272615 h 539231"/>
                      <a:gd name="connsiteX7" fmla="*/ 1866381 w 1866380"/>
                      <a:gd name="connsiteY7" fmla="*/ 272615 h 539231"/>
                      <a:gd name="connsiteX8" fmla="*/ 1866314 w 1866380"/>
                      <a:gd name="connsiteY8" fmla="*/ 133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66380" h="539231">
                        <a:moveTo>
                          <a:pt x="1866314" y="133"/>
                        </a:move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lnTo>
                          <a:pt x="0" y="272615"/>
                        </a:lnTo>
                        <a:lnTo>
                          <a:pt x="0" y="272615"/>
                        </a:lnTo>
                        <a:cubicBezTo>
                          <a:pt x="51657" y="422587"/>
                          <a:pt x="452914" y="539231"/>
                          <a:pt x="933224" y="539231"/>
                        </a:cubicBezTo>
                        <a:cubicBezTo>
                          <a:pt x="1413533" y="539231"/>
                          <a:pt x="1814724" y="422587"/>
                          <a:pt x="1866381" y="272615"/>
                        </a:cubicBezTo>
                        <a:lnTo>
                          <a:pt x="1866381" y="272615"/>
                        </a:lnTo>
                        <a:lnTo>
                          <a:pt x="1866314" y="133"/>
                        </a:lnTo>
                        <a:close/>
                      </a:path>
                    </a:pathLst>
                  </a:custGeom>
                  <a:solidFill>
                    <a:srgbClr val="0070C0"/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1" name="Freeform: Shape 170">
                    <a:extLst>
                      <a:ext uri="{FF2B5EF4-FFF2-40B4-BE49-F238E27FC236}">
                        <a16:creationId xmlns:a16="http://schemas.microsoft.com/office/drawing/2014/main" id="{99020A83-4B37-EA6B-4650-4DA0C7ED1B29}"/>
                      </a:ext>
                    </a:extLst>
                  </p:cNvPr>
                  <p:cNvSpPr/>
                  <p:nvPr/>
                </p:nvSpPr>
                <p:spPr>
                  <a:xfrm>
                    <a:off x="5922499" y="4083932"/>
                    <a:ext cx="1866314" cy="539231"/>
                  </a:xfrm>
                  <a:custGeom>
                    <a:avLst/>
                    <a:gdLst>
                      <a:gd name="connsiteX0" fmla="*/ 67 w 1866314"/>
                      <a:gd name="connsiteY0" fmla="*/ 239288 h 539231"/>
                      <a:gd name="connsiteX1" fmla="*/ 933224 w 1866314"/>
                      <a:gd name="connsiteY1" fmla="*/ 539231 h 539231"/>
                      <a:gd name="connsiteX2" fmla="*/ 1866314 w 1866314"/>
                      <a:gd name="connsiteY2" fmla="*/ 239688 h 539231"/>
                      <a:gd name="connsiteX3" fmla="*/ 1866314 w 1866314"/>
                      <a:gd name="connsiteY3" fmla="*/ 238955 h 539231"/>
                      <a:gd name="connsiteX4" fmla="*/ 1866314 w 1866314"/>
                      <a:gd name="connsiteY4" fmla="*/ 133 h 539231"/>
                      <a:gd name="connsiteX5" fmla="*/ 933224 w 1866314"/>
                      <a:gd name="connsiteY5" fmla="*/ 205961 h 539231"/>
                      <a:gd name="connsiteX6" fmla="*/ 0 w 1866314"/>
                      <a:gd name="connsiteY6" fmla="*/ 0 h 539231"/>
                      <a:gd name="connsiteX7" fmla="*/ 67 w 1866314"/>
                      <a:gd name="connsiteY7" fmla="*/ 239288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66314" h="539231">
                        <a:moveTo>
                          <a:pt x="67" y="239288"/>
                        </a:moveTo>
                        <a:cubicBezTo>
                          <a:pt x="67" y="404657"/>
                          <a:pt x="418654" y="539231"/>
                          <a:pt x="933224" y="539231"/>
                        </a:cubicBezTo>
                        <a:cubicBezTo>
                          <a:pt x="1447327" y="539231"/>
                          <a:pt x="1865581" y="404857"/>
                          <a:pt x="1866314" y="239688"/>
                        </a:cubicBezTo>
                        <a:lnTo>
                          <a:pt x="1866314" y="238955"/>
                        </a:lnTo>
                        <a:cubicBezTo>
                          <a:pt x="1866247" y="227757"/>
                          <a:pt x="1866314" y="133"/>
                          <a:pt x="1866314" y="133"/>
                        </a:cubicBez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cubicBezTo>
                          <a:pt x="0" y="0"/>
                          <a:pt x="67" y="228024"/>
                          <a:pt x="67" y="23928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40000"/>
                      <a:lumOff val="60000"/>
                    </a:schemeClr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2" name="Freeform: Shape 171">
                    <a:extLst>
                      <a:ext uri="{FF2B5EF4-FFF2-40B4-BE49-F238E27FC236}">
                        <a16:creationId xmlns:a16="http://schemas.microsoft.com/office/drawing/2014/main" id="{7FE54A6A-8034-699C-14D9-F9C6B9A1BA70}"/>
                      </a:ext>
                    </a:extLst>
                  </p:cNvPr>
                  <p:cNvSpPr/>
                  <p:nvPr/>
                </p:nvSpPr>
                <p:spPr>
                  <a:xfrm>
                    <a:off x="5922565" y="3556699"/>
                    <a:ext cx="1866314" cy="599886"/>
                  </a:xfrm>
                  <a:custGeom>
                    <a:avLst/>
                    <a:gdLst>
                      <a:gd name="connsiteX0" fmla="*/ 1866314 w 1866314"/>
                      <a:gd name="connsiteY0" fmla="*/ 299943 h 599886"/>
                      <a:gd name="connsiteX1" fmla="*/ 933157 w 1866314"/>
                      <a:gd name="connsiteY1" fmla="*/ 599887 h 599886"/>
                      <a:gd name="connsiteX2" fmla="*/ 0 w 1866314"/>
                      <a:gd name="connsiteY2" fmla="*/ 299943 h 599886"/>
                      <a:gd name="connsiteX3" fmla="*/ 933157 w 1866314"/>
                      <a:gd name="connsiteY3" fmla="*/ 0 h 599886"/>
                      <a:gd name="connsiteX4" fmla="*/ 1866314 w 1866314"/>
                      <a:gd name="connsiteY4" fmla="*/ 299943 h 5998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66314" h="599886">
                        <a:moveTo>
                          <a:pt x="1866314" y="299943"/>
                        </a:moveTo>
                        <a:cubicBezTo>
                          <a:pt x="1866314" y="465597"/>
                          <a:pt x="1448525" y="599887"/>
                          <a:pt x="933157" y="599887"/>
                        </a:cubicBezTo>
                        <a:cubicBezTo>
                          <a:pt x="417789" y="599887"/>
                          <a:pt x="0" y="465597"/>
                          <a:pt x="0" y="299943"/>
                        </a:cubicBezTo>
                        <a:cubicBezTo>
                          <a:pt x="0" y="134289"/>
                          <a:pt x="417789" y="0"/>
                          <a:pt x="933157" y="0"/>
                        </a:cubicBezTo>
                        <a:cubicBezTo>
                          <a:pt x="1448525" y="0"/>
                          <a:pt x="1866314" y="134289"/>
                          <a:pt x="1866314" y="29994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>
                          <a:lumMod val="75000"/>
                        </a:schemeClr>
                      </a:gs>
                      <a:gs pos="20000">
                        <a:srgbClr val="969696"/>
                      </a:gs>
                      <a:gs pos="81000">
                        <a:schemeClr val="tx1"/>
                      </a:gs>
                    </a:gsLst>
                    <a:lin ang="5400000" scaled="1"/>
                  </a:gra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EFBC759E-A972-10C9-B61F-373CB55E424C}"/>
                    </a:ext>
                  </a:extLst>
                </p:cNvPr>
                <p:cNvSpPr txBox="1"/>
                <p:nvPr/>
              </p:nvSpPr>
              <p:spPr>
                <a:xfrm>
                  <a:off x="6634192" y="6355750"/>
                  <a:ext cx="619628" cy="124608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2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61316"/>
                    </a:buClr>
                    <a:buSzPct val="100000"/>
                    <a:buFontTx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…</a:t>
                  </a:r>
                </a:p>
              </p:txBody>
            </p:sp>
          </p:grp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66E3ADD0-8335-0002-C39A-72A705B1C206}"/>
                  </a:ext>
                </a:extLst>
              </p:cNvPr>
              <p:cNvGrpSpPr/>
              <p:nvPr/>
            </p:nvGrpSpPr>
            <p:grpSpPr>
              <a:xfrm>
                <a:off x="7716427" y="5316056"/>
                <a:ext cx="593556" cy="473720"/>
                <a:chOff x="6634192" y="5985830"/>
                <a:chExt cx="619628" cy="494528"/>
              </a:xfrm>
            </p:grpSpPr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31298198-96F3-C60F-AC6D-F03FFDD38547}"/>
                    </a:ext>
                  </a:extLst>
                </p:cNvPr>
                <p:cNvGrpSpPr/>
                <p:nvPr/>
              </p:nvGrpSpPr>
              <p:grpSpPr>
                <a:xfrm>
                  <a:off x="6760238" y="5985830"/>
                  <a:ext cx="367536" cy="330021"/>
                  <a:chOff x="5922499" y="3556699"/>
                  <a:chExt cx="1866380" cy="1999621"/>
                </a:xfrm>
              </p:grpSpPr>
              <p:sp>
                <p:nvSpPr>
                  <p:cNvPr id="176" name="Freeform: Shape 175">
                    <a:extLst>
                      <a:ext uri="{FF2B5EF4-FFF2-40B4-BE49-F238E27FC236}">
                        <a16:creationId xmlns:a16="http://schemas.microsoft.com/office/drawing/2014/main" id="{71D0B0F1-34A0-AC70-5C09-7666755DE110}"/>
                      </a:ext>
                    </a:extLst>
                  </p:cNvPr>
                  <p:cNvSpPr/>
                  <p:nvPr/>
                </p:nvSpPr>
                <p:spPr>
                  <a:xfrm>
                    <a:off x="5922499" y="4550510"/>
                    <a:ext cx="1866314" cy="539231"/>
                  </a:xfrm>
                  <a:custGeom>
                    <a:avLst/>
                    <a:gdLst>
                      <a:gd name="connsiteX0" fmla="*/ 67 w 1866314"/>
                      <a:gd name="connsiteY0" fmla="*/ 239288 h 539231"/>
                      <a:gd name="connsiteX1" fmla="*/ 933224 w 1866314"/>
                      <a:gd name="connsiteY1" fmla="*/ 539231 h 539231"/>
                      <a:gd name="connsiteX2" fmla="*/ 1866314 w 1866314"/>
                      <a:gd name="connsiteY2" fmla="*/ 239688 h 539231"/>
                      <a:gd name="connsiteX3" fmla="*/ 1866314 w 1866314"/>
                      <a:gd name="connsiteY3" fmla="*/ 238955 h 539231"/>
                      <a:gd name="connsiteX4" fmla="*/ 1866314 w 1866314"/>
                      <a:gd name="connsiteY4" fmla="*/ 133 h 539231"/>
                      <a:gd name="connsiteX5" fmla="*/ 933224 w 1866314"/>
                      <a:gd name="connsiteY5" fmla="*/ 205961 h 539231"/>
                      <a:gd name="connsiteX6" fmla="*/ 0 w 1866314"/>
                      <a:gd name="connsiteY6" fmla="*/ 0 h 539231"/>
                      <a:gd name="connsiteX7" fmla="*/ 67 w 1866314"/>
                      <a:gd name="connsiteY7" fmla="*/ 239288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66314" h="539231">
                        <a:moveTo>
                          <a:pt x="67" y="239288"/>
                        </a:moveTo>
                        <a:cubicBezTo>
                          <a:pt x="67" y="404657"/>
                          <a:pt x="418654" y="539231"/>
                          <a:pt x="933224" y="539231"/>
                        </a:cubicBezTo>
                        <a:cubicBezTo>
                          <a:pt x="1447327" y="539231"/>
                          <a:pt x="1865581" y="404857"/>
                          <a:pt x="1866314" y="239688"/>
                        </a:cubicBezTo>
                        <a:lnTo>
                          <a:pt x="1866314" y="238955"/>
                        </a:lnTo>
                        <a:cubicBezTo>
                          <a:pt x="1866247" y="227757"/>
                          <a:pt x="1866314" y="133"/>
                          <a:pt x="1866314" y="133"/>
                        </a:cubicBez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cubicBezTo>
                          <a:pt x="0" y="0"/>
                          <a:pt x="67" y="228023"/>
                          <a:pt x="67" y="23928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7" name="Freeform: Shape 176">
                    <a:extLst>
                      <a:ext uri="{FF2B5EF4-FFF2-40B4-BE49-F238E27FC236}">
                        <a16:creationId xmlns:a16="http://schemas.microsoft.com/office/drawing/2014/main" id="{61850D25-3D4D-3809-29B3-70E043B97E1C}"/>
                      </a:ext>
                    </a:extLst>
                  </p:cNvPr>
                  <p:cNvSpPr/>
                  <p:nvPr/>
                </p:nvSpPr>
                <p:spPr>
                  <a:xfrm>
                    <a:off x="5922499" y="5017089"/>
                    <a:ext cx="1866380" cy="539231"/>
                  </a:xfrm>
                  <a:custGeom>
                    <a:avLst/>
                    <a:gdLst>
                      <a:gd name="connsiteX0" fmla="*/ 1866314 w 1866380"/>
                      <a:gd name="connsiteY0" fmla="*/ 133 h 539231"/>
                      <a:gd name="connsiteX1" fmla="*/ 933224 w 1866380"/>
                      <a:gd name="connsiteY1" fmla="*/ 205961 h 539231"/>
                      <a:gd name="connsiteX2" fmla="*/ 0 w 1866380"/>
                      <a:gd name="connsiteY2" fmla="*/ 0 h 539231"/>
                      <a:gd name="connsiteX3" fmla="*/ 0 w 1866380"/>
                      <a:gd name="connsiteY3" fmla="*/ 272615 h 539231"/>
                      <a:gd name="connsiteX4" fmla="*/ 0 w 1866380"/>
                      <a:gd name="connsiteY4" fmla="*/ 272615 h 539231"/>
                      <a:gd name="connsiteX5" fmla="*/ 933224 w 1866380"/>
                      <a:gd name="connsiteY5" fmla="*/ 539231 h 539231"/>
                      <a:gd name="connsiteX6" fmla="*/ 1866381 w 1866380"/>
                      <a:gd name="connsiteY6" fmla="*/ 272615 h 539231"/>
                      <a:gd name="connsiteX7" fmla="*/ 1866381 w 1866380"/>
                      <a:gd name="connsiteY7" fmla="*/ 272615 h 539231"/>
                      <a:gd name="connsiteX8" fmla="*/ 1866314 w 1866380"/>
                      <a:gd name="connsiteY8" fmla="*/ 133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66380" h="539231">
                        <a:moveTo>
                          <a:pt x="1866314" y="133"/>
                        </a:move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lnTo>
                          <a:pt x="0" y="272615"/>
                        </a:lnTo>
                        <a:lnTo>
                          <a:pt x="0" y="272615"/>
                        </a:lnTo>
                        <a:cubicBezTo>
                          <a:pt x="51657" y="422587"/>
                          <a:pt x="452914" y="539231"/>
                          <a:pt x="933224" y="539231"/>
                        </a:cubicBezTo>
                        <a:cubicBezTo>
                          <a:pt x="1413533" y="539231"/>
                          <a:pt x="1814724" y="422587"/>
                          <a:pt x="1866381" y="272615"/>
                        </a:cubicBezTo>
                        <a:lnTo>
                          <a:pt x="1866381" y="272615"/>
                        </a:lnTo>
                        <a:lnTo>
                          <a:pt x="1866314" y="133"/>
                        </a:lnTo>
                        <a:close/>
                      </a:path>
                    </a:pathLst>
                  </a:custGeom>
                  <a:solidFill>
                    <a:srgbClr val="0070C0"/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8" name="Freeform: Shape 177">
                    <a:extLst>
                      <a:ext uri="{FF2B5EF4-FFF2-40B4-BE49-F238E27FC236}">
                        <a16:creationId xmlns:a16="http://schemas.microsoft.com/office/drawing/2014/main" id="{178FE4EB-BAC9-E646-150B-ED2216F10A3A}"/>
                      </a:ext>
                    </a:extLst>
                  </p:cNvPr>
                  <p:cNvSpPr/>
                  <p:nvPr/>
                </p:nvSpPr>
                <p:spPr>
                  <a:xfrm>
                    <a:off x="5922499" y="4083932"/>
                    <a:ext cx="1866314" cy="539231"/>
                  </a:xfrm>
                  <a:custGeom>
                    <a:avLst/>
                    <a:gdLst>
                      <a:gd name="connsiteX0" fmla="*/ 67 w 1866314"/>
                      <a:gd name="connsiteY0" fmla="*/ 239288 h 539231"/>
                      <a:gd name="connsiteX1" fmla="*/ 933224 w 1866314"/>
                      <a:gd name="connsiteY1" fmla="*/ 539231 h 539231"/>
                      <a:gd name="connsiteX2" fmla="*/ 1866314 w 1866314"/>
                      <a:gd name="connsiteY2" fmla="*/ 239688 h 539231"/>
                      <a:gd name="connsiteX3" fmla="*/ 1866314 w 1866314"/>
                      <a:gd name="connsiteY3" fmla="*/ 238955 h 539231"/>
                      <a:gd name="connsiteX4" fmla="*/ 1866314 w 1866314"/>
                      <a:gd name="connsiteY4" fmla="*/ 133 h 539231"/>
                      <a:gd name="connsiteX5" fmla="*/ 933224 w 1866314"/>
                      <a:gd name="connsiteY5" fmla="*/ 205961 h 539231"/>
                      <a:gd name="connsiteX6" fmla="*/ 0 w 1866314"/>
                      <a:gd name="connsiteY6" fmla="*/ 0 h 539231"/>
                      <a:gd name="connsiteX7" fmla="*/ 67 w 1866314"/>
                      <a:gd name="connsiteY7" fmla="*/ 239288 h 5392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866314" h="539231">
                        <a:moveTo>
                          <a:pt x="67" y="239288"/>
                        </a:moveTo>
                        <a:cubicBezTo>
                          <a:pt x="67" y="404657"/>
                          <a:pt x="418654" y="539231"/>
                          <a:pt x="933224" y="539231"/>
                        </a:cubicBezTo>
                        <a:cubicBezTo>
                          <a:pt x="1447327" y="539231"/>
                          <a:pt x="1865581" y="404857"/>
                          <a:pt x="1866314" y="239688"/>
                        </a:cubicBezTo>
                        <a:lnTo>
                          <a:pt x="1866314" y="238955"/>
                        </a:lnTo>
                        <a:cubicBezTo>
                          <a:pt x="1866247" y="227757"/>
                          <a:pt x="1866314" y="133"/>
                          <a:pt x="1866314" y="133"/>
                        </a:cubicBezTo>
                        <a:cubicBezTo>
                          <a:pt x="1674550" y="140707"/>
                          <a:pt x="1303020" y="205961"/>
                          <a:pt x="933224" y="205961"/>
                        </a:cubicBezTo>
                        <a:cubicBezTo>
                          <a:pt x="563360" y="205961"/>
                          <a:pt x="191697" y="140707"/>
                          <a:pt x="0" y="0"/>
                        </a:cubicBezTo>
                        <a:cubicBezTo>
                          <a:pt x="0" y="0"/>
                          <a:pt x="67" y="228024"/>
                          <a:pt x="67" y="23928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40000"/>
                      <a:lumOff val="60000"/>
                    </a:schemeClr>
                  </a:soli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79" name="Freeform: Shape 178">
                    <a:extLst>
                      <a:ext uri="{FF2B5EF4-FFF2-40B4-BE49-F238E27FC236}">
                        <a16:creationId xmlns:a16="http://schemas.microsoft.com/office/drawing/2014/main" id="{A2EA7DEB-A28A-7688-21E1-ECAD7C3A6A49}"/>
                      </a:ext>
                    </a:extLst>
                  </p:cNvPr>
                  <p:cNvSpPr/>
                  <p:nvPr/>
                </p:nvSpPr>
                <p:spPr>
                  <a:xfrm>
                    <a:off x="5922565" y="3556699"/>
                    <a:ext cx="1866314" cy="599886"/>
                  </a:xfrm>
                  <a:custGeom>
                    <a:avLst/>
                    <a:gdLst>
                      <a:gd name="connsiteX0" fmla="*/ 1866314 w 1866314"/>
                      <a:gd name="connsiteY0" fmla="*/ 299943 h 599886"/>
                      <a:gd name="connsiteX1" fmla="*/ 933157 w 1866314"/>
                      <a:gd name="connsiteY1" fmla="*/ 599887 h 599886"/>
                      <a:gd name="connsiteX2" fmla="*/ 0 w 1866314"/>
                      <a:gd name="connsiteY2" fmla="*/ 299943 h 599886"/>
                      <a:gd name="connsiteX3" fmla="*/ 933157 w 1866314"/>
                      <a:gd name="connsiteY3" fmla="*/ 0 h 599886"/>
                      <a:gd name="connsiteX4" fmla="*/ 1866314 w 1866314"/>
                      <a:gd name="connsiteY4" fmla="*/ 299943 h 5998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66314" h="599886">
                        <a:moveTo>
                          <a:pt x="1866314" y="299943"/>
                        </a:moveTo>
                        <a:cubicBezTo>
                          <a:pt x="1866314" y="465597"/>
                          <a:pt x="1448525" y="599887"/>
                          <a:pt x="933157" y="599887"/>
                        </a:cubicBezTo>
                        <a:cubicBezTo>
                          <a:pt x="417789" y="599887"/>
                          <a:pt x="0" y="465597"/>
                          <a:pt x="0" y="299943"/>
                        </a:cubicBezTo>
                        <a:cubicBezTo>
                          <a:pt x="0" y="134289"/>
                          <a:pt x="417789" y="0"/>
                          <a:pt x="933157" y="0"/>
                        </a:cubicBezTo>
                        <a:cubicBezTo>
                          <a:pt x="1448525" y="0"/>
                          <a:pt x="1866314" y="134289"/>
                          <a:pt x="1866314" y="29994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bg1">
                          <a:lumMod val="75000"/>
                        </a:schemeClr>
                      </a:gs>
                      <a:gs pos="20000">
                        <a:srgbClr val="969696"/>
                      </a:gs>
                      <a:gs pos="81000">
                        <a:schemeClr val="tx1"/>
                      </a:gs>
                    </a:gsLst>
                    <a:lin ang="5400000" scaled="1"/>
                  </a:gradFill>
                  <a:ln w="3175" cap="flat">
                    <a:solidFill>
                      <a:schemeClr val="bg1">
                        <a:lumMod val="85000"/>
                      </a:schemeClr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745CEF33-457E-9384-B3AA-38C83562262E}"/>
                    </a:ext>
                  </a:extLst>
                </p:cNvPr>
                <p:cNvSpPr txBox="1"/>
                <p:nvPr/>
              </p:nvSpPr>
              <p:spPr>
                <a:xfrm>
                  <a:off x="6634192" y="6355750"/>
                  <a:ext cx="619628" cy="124608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20000"/>
                    </a:lnSpc>
                    <a:spcBef>
                      <a:spcPts val="200"/>
                    </a:spcBef>
                    <a:spcAft>
                      <a:spcPts val="0"/>
                    </a:spcAft>
                    <a:buClr>
                      <a:srgbClr val="E61316"/>
                    </a:buClr>
                    <a:buSzPct val="100000"/>
                    <a:buFontTx/>
                    <a:buNone/>
                    <a:tabLst/>
                    <a:defRPr/>
                  </a:pPr>
                  <a:r>
                    <a:rPr kumimoji="0" lang="en-US" altLang="zh-CN" sz="900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…</a:t>
                  </a:r>
                </a:p>
              </p:txBody>
            </p:sp>
          </p:grpSp>
        </p:grpSp>
        <p:sp>
          <p:nvSpPr>
            <p:cNvPr id="180" name="Arrow: Up 179">
              <a:extLst>
                <a:ext uri="{FF2B5EF4-FFF2-40B4-BE49-F238E27FC236}">
                  <a16:creationId xmlns:a16="http://schemas.microsoft.com/office/drawing/2014/main" id="{D2CDB582-35DB-2F93-2B78-08FDFB3AA5CB}"/>
                </a:ext>
              </a:extLst>
            </p:cNvPr>
            <p:cNvSpPr/>
            <p:nvPr/>
          </p:nvSpPr>
          <p:spPr bwMode="auto">
            <a:xfrm>
              <a:off x="4671512" y="3564829"/>
              <a:ext cx="331552" cy="414958"/>
            </a:xfrm>
            <a:prstGeom prst="upArrow">
              <a:avLst/>
            </a:prstGeom>
            <a:solidFill>
              <a:schemeClr val="tx1">
                <a:lumMod val="50000"/>
                <a:lumOff val="50000"/>
              </a:schemeClr>
            </a:solidFill>
            <a:ln w="317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latin typeface="Arial" pitchFamily="124" charset="0"/>
              </a:endParaRPr>
            </a:p>
          </p:txBody>
        </p:sp>
        <p:sp>
          <p:nvSpPr>
            <p:cNvPr id="181" name="Arrow: Up 180">
              <a:extLst>
                <a:ext uri="{FF2B5EF4-FFF2-40B4-BE49-F238E27FC236}">
                  <a16:creationId xmlns:a16="http://schemas.microsoft.com/office/drawing/2014/main" id="{0E0ED774-2976-5424-6A49-9875C22AB373}"/>
                </a:ext>
              </a:extLst>
            </p:cNvPr>
            <p:cNvSpPr/>
            <p:nvPr/>
          </p:nvSpPr>
          <p:spPr bwMode="auto">
            <a:xfrm>
              <a:off x="7173773" y="3564829"/>
              <a:ext cx="331552" cy="414958"/>
            </a:xfrm>
            <a:prstGeom prst="upArrow">
              <a:avLst/>
            </a:prstGeom>
            <a:solidFill>
              <a:srgbClr val="C00000"/>
            </a:solidFill>
            <a:ln w="317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latin typeface="Arial" pitchFamily="124" charset="0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81EF8FFF-2DFA-D732-1716-9E0CB2EC3B36}"/>
                </a:ext>
              </a:extLst>
            </p:cNvPr>
            <p:cNvSpPr/>
            <p:nvPr/>
          </p:nvSpPr>
          <p:spPr bwMode="auto">
            <a:xfrm>
              <a:off x="3715577" y="2632714"/>
              <a:ext cx="1079932" cy="34493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latin typeface="Arial" pitchFamily="124" charset="0"/>
                </a:rPr>
                <a:t>E&amp;O Simulation</a:t>
              </a:r>
              <a:endParaRPr lang="zh-CN" altLang="en-US" sz="900" dirty="0">
                <a:latin typeface="Arial" pitchFamily="124" charset="0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0F0FD22D-2355-409A-EAFB-A5D0834CE451}"/>
                </a:ext>
              </a:extLst>
            </p:cNvPr>
            <p:cNvSpPr/>
            <p:nvPr/>
          </p:nvSpPr>
          <p:spPr bwMode="auto">
            <a:xfrm>
              <a:off x="3715577" y="2123847"/>
              <a:ext cx="1079932" cy="34493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latin typeface="Arial" pitchFamily="124" charset="0"/>
                </a:rPr>
                <a:t>Stock Allocation</a:t>
              </a:r>
              <a:endParaRPr lang="zh-CN" altLang="en-US" sz="900" dirty="0">
                <a:latin typeface="Arial" pitchFamily="124" charset="0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CB9B364-C619-5803-9DFC-5D7951433021}"/>
                </a:ext>
              </a:extLst>
            </p:cNvPr>
            <p:cNvSpPr/>
            <p:nvPr/>
          </p:nvSpPr>
          <p:spPr bwMode="auto">
            <a:xfrm>
              <a:off x="3715576" y="3141580"/>
              <a:ext cx="1079932" cy="34493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latin typeface="Arial" pitchFamily="124" charset="0"/>
                </a:rPr>
                <a:t>MPS</a:t>
              </a:r>
              <a:endParaRPr lang="zh-CN" altLang="en-US" sz="900" dirty="0">
                <a:latin typeface="Arial" pitchFamily="124" charset="0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CAFB70F2-CA98-AA10-B513-BA2AD430F12A}"/>
                </a:ext>
              </a:extLst>
            </p:cNvPr>
            <p:cNvSpPr/>
            <p:nvPr/>
          </p:nvSpPr>
          <p:spPr bwMode="auto">
            <a:xfrm>
              <a:off x="4874518" y="2626845"/>
              <a:ext cx="1079932" cy="34493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latin typeface="Arial" pitchFamily="124" charset="0"/>
                </a:rPr>
                <a:t>E&amp;O </a:t>
              </a: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latin typeface="Arial" pitchFamily="124" charset="0"/>
                </a:rPr>
                <a:t>Auto-RCA</a:t>
              </a:r>
              <a:endParaRPr lang="zh-CN" altLang="en-US" sz="900" dirty="0">
                <a:latin typeface="Arial" pitchFamily="124" charset="0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E9B8C8D8-032F-3BBC-8D10-B4BF73187072}"/>
                </a:ext>
              </a:extLst>
            </p:cNvPr>
            <p:cNvSpPr/>
            <p:nvPr/>
          </p:nvSpPr>
          <p:spPr bwMode="auto">
            <a:xfrm>
              <a:off x="4869157" y="2121858"/>
              <a:ext cx="1079932" cy="34493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latin typeface="Arial" pitchFamily="124" charset="0"/>
                </a:rPr>
                <a:t>LT Calc</a:t>
              </a:r>
              <a:endParaRPr lang="zh-CN" altLang="en-US" sz="900" dirty="0">
                <a:latin typeface="Arial" pitchFamily="124" charset="0"/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5EDA2C20-9DD6-69A3-642C-CC1D6F2BD224}"/>
                </a:ext>
              </a:extLst>
            </p:cNvPr>
            <p:cNvSpPr/>
            <p:nvPr/>
          </p:nvSpPr>
          <p:spPr bwMode="auto">
            <a:xfrm>
              <a:off x="4869156" y="3131832"/>
              <a:ext cx="1079932" cy="34493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latin typeface="Arial" pitchFamily="124" charset="0"/>
                </a:rPr>
                <a:t>……</a:t>
              </a:r>
              <a:endParaRPr lang="zh-CN" altLang="en-US" sz="900" dirty="0">
                <a:latin typeface="Arial" pitchFamily="124" charset="0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FE9E0BE-9CE4-C607-738F-E265D9971C8E}"/>
                </a:ext>
              </a:extLst>
            </p:cNvPr>
            <p:cNvSpPr/>
            <p:nvPr/>
          </p:nvSpPr>
          <p:spPr bwMode="auto">
            <a:xfrm rot="16200000">
              <a:off x="2262391" y="2550736"/>
              <a:ext cx="2142974" cy="269837"/>
            </a:xfrm>
            <a:prstGeom prst="rect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100" dirty="0">
                  <a:solidFill>
                    <a:schemeClr val="bg1"/>
                  </a:solidFill>
                  <a:latin typeface="Arial" pitchFamily="124" charset="0"/>
                </a:rPr>
                <a:t>Application</a:t>
              </a:r>
              <a:endParaRPr lang="zh-CN" altLang="en-US" sz="1100" dirty="0">
                <a:solidFill>
                  <a:schemeClr val="bg1"/>
                </a:solidFill>
                <a:latin typeface="Arial" pitchFamily="124" charset="0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29343F11-B401-628C-7D2B-1D4090ECB2A2}"/>
                </a:ext>
              </a:extLst>
            </p:cNvPr>
            <p:cNvSpPr/>
            <p:nvPr/>
          </p:nvSpPr>
          <p:spPr bwMode="auto">
            <a:xfrm rot="5400000">
              <a:off x="6547717" y="1801976"/>
              <a:ext cx="337877" cy="957211"/>
            </a:xfrm>
            <a:prstGeom prst="rect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solidFill>
                    <a:schemeClr val="bg1"/>
                  </a:solidFill>
                  <a:latin typeface="Arial" pitchFamily="124" charset="0"/>
                </a:rPr>
                <a:t>SOH</a:t>
              </a:r>
              <a:endParaRPr lang="zh-CN" altLang="en-US" sz="900" dirty="0">
                <a:solidFill>
                  <a:schemeClr val="bg1"/>
                </a:solidFill>
                <a:latin typeface="Arial" pitchFamily="124" charset="0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AC38665C-7423-12BE-CFE7-79F71B451D89}"/>
                </a:ext>
              </a:extLst>
            </p:cNvPr>
            <p:cNvSpPr/>
            <p:nvPr/>
          </p:nvSpPr>
          <p:spPr bwMode="auto">
            <a:xfrm rot="5400000">
              <a:off x="6534742" y="2314569"/>
              <a:ext cx="337877" cy="957211"/>
            </a:xfrm>
            <a:prstGeom prst="rect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solidFill>
                    <a:schemeClr val="bg1"/>
                  </a:solidFill>
                  <a:latin typeface="Arial" pitchFamily="124" charset="0"/>
                </a:rPr>
                <a:t>GIT</a:t>
              </a:r>
              <a:endParaRPr lang="zh-CN" altLang="en-US" sz="900" dirty="0">
                <a:solidFill>
                  <a:schemeClr val="bg1"/>
                </a:solidFill>
                <a:latin typeface="Arial" pitchFamily="124" charset="0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DE603BBA-79F6-D247-BD18-E372E1A00AF6}"/>
                </a:ext>
              </a:extLst>
            </p:cNvPr>
            <p:cNvSpPr/>
            <p:nvPr/>
          </p:nvSpPr>
          <p:spPr bwMode="auto">
            <a:xfrm rot="5400000">
              <a:off x="6547717" y="2808137"/>
              <a:ext cx="337877" cy="957211"/>
            </a:xfrm>
            <a:prstGeom prst="rect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solidFill>
                    <a:schemeClr val="bg1"/>
                  </a:solidFill>
                  <a:latin typeface="Arial" pitchFamily="124" charset="0"/>
                </a:rPr>
                <a:t>Open PO</a:t>
              </a:r>
              <a:endParaRPr lang="zh-CN" altLang="en-US" sz="900" dirty="0">
                <a:solidFill>
                  <a:schemeClr val="bg1"/>
                </a:solidFill>
                <a:latin typeface="Arial" pitchFamily="124" charset="0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833C9D4A-5731-F626-4BDC-6337FB765B4B}"/>
                </a:ext>
              </a:extLst>
            </p:cNvPr>
            <p:cNvSpPr/>
            <p:nvPr/>
          </p:nvSpPr>
          <p:spPr bwMode="auto">
            <a:xfrm rot="5400000">
              <a:off x="7714549" y="1812191"/>
              <a:ext cx="337877" cy="957211"/>
            </a:xfrm>
            <a:prstGeom prst="rect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solidFill>
                    <a:schemeClr val="bg1"/>
                  </a:solidFill>
                  <a:latin typeface="Arial" pitchFamily="124" charset="0"/>
                </a:rPr>
                <a:t>Open SO</a:t>
              </a:r>
              <a:endParaRPr lang="zh-CN" altLang="en-US" sz="900" dirty="0">
                <a:solidFill>
                  <a:schemeClr val="bg1"/>
                </a:solidFill>
                <a:latin typeface="Arial" pitchFamily="124" charset="0"/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1AE1F5BE-7283-C82B-678B-98E4E044E4BA}"/>
                </a:ext>
              </a:extLst>
            </p:cNvPr>
            <p:cNvSpPr/>
            <p:nvPr/>
          </p:nvSpPr>
          <p:spPr bwMode="auto">
            <a:xfrm rot="5400000">
              <a:off x="7714549" y="2320705"/>
              <a:ext cx="337877" cy="957211"/>
            </a:xfrm>
            <a:prstGeom prst="rect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solidFill>
                    <a:schemeClr val="bg1"/>
                  </a:solidFill>
                  <a:latin typeface="Arial" pitchFamily="124" charset="0"/>
                </a:rPr>
                <a:t>Shipped SO</a:t>
              </a:r>
              <a:endParaRPr lang="zh-CN" altLang="en-US" sz="900" dirty="0">
                <a:solidFill>
                  <a:schemeClr val="bg1"/>
                </a:solidFill>
                <a:latin typeface="Arial" pitchFamily="124" charset="0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EAC73B85-BC03-B376-5B1B-BCCC3299E442}"/>
                </a:ext>
              </a:extLst>
            </p:cNvPr>
            <p:cNvSpPr/>
            <p:nvPr/>
          </p:nvSpPr>
          <p:spPr bwMode="auto">
            <a:xfrm rot="5400000">
              <a:off x="7714549" y="2824198"/>
              <a:ext cx="337877" cy="957211"/>
            </a:xfrm>
            <a:prstGeom prst="rect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900" dirty="0">
                  <a:solidFill>
                    <a:schemeClr val="bg1"/>
                  </a:solidFill>
                  <a:latin typeface="Arial" pitchFamily="124" charset="0"/>
                </a:rPr>
                <a:t>…</a:t>
              </a:r>
              <a:endParaRPr lang="zh-CN" altLang="en-US" sz="900" dirty="0">
                <a:solidFill>
                  <a:schemeClr val="bg1"/>
                </a:solidFill>
                <a:latin typeface="Arial" pitchFamily="124" charset="0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0050A27D-7F05-607D-4995-66E2627D1681}"/>
                </a:ext>
              </a:extLst>
            </p:cNvPr>
            <p:cNvSpPr/>
            <p:nvPr/>
          </p:nvSpPr>
          <p:spPr bwMode="auto">
            <a:xfrm>
              <a:off x="3638911" y="1623580"/>
              <a:ext cx="2210427" cy="344466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100" b="1" dirty="0">
                  <a:latin typeface="Arial" pitchFamily="124" charset="0"/>
                </a:rPr>
                <a:t>Custom-built Application</a:t>
              </a:r>
              <a:endParaRPr lang="zh-CN" altLang="en-US" sz="1100" b="1" dirty="0">
                <a:latin typeface="Arial" pitchFamily="12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D2730E5-2D70-C579-F7D2-4EA0968AAF87}"/>
                </a:ext>
              </a:extLst>
            </p:cNvPr>
            <p:cNvSpPr/>
            <p:nvPr/>
          </p:nvSpPr>
          <p:spPr bwMode="auto">
            <a:xfrm>
              <a:off x="6138182" y="1614167"/>
              <a:ext cx="2428613" cy="328420"/>
            </a:xfrm>
            <a:prstGeom prst="rect">
              <a:avLst/>
            </a:prstGeom>
            <a:noFill/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100" b="1" dirty="0">
                  <a:solidFill>
                    <a:srgbClr val="C00000"/>
                  </a:solidFill>
                  <a:latin typeface="Arial" pitchFamily="124" charset="0"/>
                </a:rPr>
                <a:t>Configurable Report Platform</a:t>
              </a:r>
              <a:endParaRPr lang="zh-CN" altLang="en-US" sz="1100" b="1" dirty="0">
                <a:solidFill>
                  <a:srgbClr val="C00000"/>
                </a:solidFill>
                <a:latin typeface="Arial" pitchFamily="124" charset="0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6995933-BCFA-D8C9-094F-1BF1EDBA0100}"/>
              </a:ext>
            </a:extLst>
          </p:cNvPr>
          <p:cNvSpPr/>
          <p:nvPr/>
        </p:nvSpPr>
        <p:spPr bwMode="auto">
          <a:xfrm>
            <a:off x="7487920" y="2284513"/>
            <a:ext cx="1928862" cy="288353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100" dirty="0">
              <a:latin typeface="Arial" pitchFamily="124" charset="0"/>
            </a:endParaRPr>
          </a:p>
        </p:txBody>
      </p:sp>
      <p:pic>
        <p:nvPicPr>
          <p:cNvPr id="9" name="Picture 2" descr="意大利新古典主义雕塑家Antonio Canova「和平女神半身像」200年来首次公开拍卖- 每日环球展览- iMuseum">
            <a:extLst>
              <a:ext uri="{FF2B5EF4-FFF2-40B4-BE49-F238E27FC236}">
                <a16:creationId xmlns:a16="http://schemas.microsoft.com/office/drawing/2014/main" id="{F2B45212-079A-EAEC-7141-67F3E8531F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49"/>
          <a:stretch>
            <a:fillRect/>
          </a:stretch>
        </p:blipFill>
        <p:spPr bwMode="auto">
          <a:xfrm>
            <a:off x="8165584" y="2010627"/>
            <a:ext cx="573534" cy="64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504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CA3A-6E1D-4547-423F-546E442D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Configurable SC Report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B2F43-09DD-7ECC-4006-EBCDBCFB9B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Question for Discussion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36325-0A1D-0DBD-613A-F7D06E9003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B698F0-7B7A-16B9-B68C-FCF00FB5C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007946"/>
              </p:ext>
            </p:extLst>
          </p:nvPr>
        </p:nvGraphicFramePr>
        <p:xfrm>
          <a:off x="300226" y="1481327"/>
          <a:ext cx="6974334" cy="4574431"/>
        </p:xfrm>
        <a:graphic>
          <a:graphicData uri="http://schemas.openxmlformats.org/drawingml/2006/table">
            <a:tbl>
              <a:tblPr/>
              <a:tblGrid>
                <a:gridCol w="2924384">
                  <a:extLst>
                    <a:ext uri="{9D8B030D-6E8A-4147-A177-3AD203B41FA5}">
                      <a16:colId xmlns:a16="http://schemas.microsoft.com/office/drawing/2014/main" val="896387494"/>
                    </a:ext>
                  </a:extLst>
                </a:gridCol>
                <a:gridCol w="4049950">
                  <a:extLst>
                    <a:ext uri="{9D8B030D-6E8A-4147-A177-3AD203B41FA5}">
                      <a16:colId xmlns:a16="http://schemas.microsoft.com/office/drawing/2014/main" val="2375685869"/>
                    </a:ext>
                  </a:extLst>
                </a:gridCol>
              </a:tblGrid>
              <a:tr h="385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# Item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862" marR="45043" marT="45043" marB="45043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Details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45043" marR="45043" marT="45043" marB="45043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84866"/>
                  </a:ext>
                </a:extLst>
              </a:tr>
              <a:tr h="698174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Use Scenario &amp; Role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      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场景与角色</a:t>
                      </a:r>
                    </a:p>
                  </a:txBody>
                  <a:tcPr marL="64862" marR="45043" marT="45043" marB="45043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明确哪个具体的业务场景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是谁在什么情况下使用报表、以及频率</a:t>
                      </a:r>
                    </a:p>
                  </a:txBody>
                  <a:tcPr marL="45043" marR="45043" marT="45043" marB="45043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68580"/>
                  </a:ext>
                </a:extLst>
              </a:tr>
              <a:tr h="698174">
                <a:tc>
                  <a:txBody>
                    <a:bodyPr/>
                    <a:lstStyle/>
                    <a:p>
                      <a:pPr marL="342900" indent="-342900">
                        <a:buAutoNum type="arabicPeriod" startAt="2"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Key Target Info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      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核心信息</a:t>
                      </a:r>
                    </a:p>
                  </a:txBody>
                  <a:tcPr marL="64862" marR="45043" marT="45043" marB="45043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0" dirty="0">
                          <a:effectLst/>
                          <a:latin typeface="+mj-lt"/>
                        </a:rPr>
                        <a:t>看这个报表是为了决定什么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45043" marR="45043" marT="45043" marB="45043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851340"/>
                  </a:ext>
                </a:extLst>
              </a:tr>
              <a:tr h="698174">
                <a:tc>
                  <a:txBody>
                    <a:bodyPr/>
                    <a:lstStyle/>
                    <a:p>
                      <a:pPr marL="342900" indent="-342900">
                        <a:buAutoNum type="arabicPeriod" startAt="3"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Pain Points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      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现有数据痛点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862" marR="45043" marT="45043" marB="45043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了解当前信息获取的困难</a:t>
                      </a:r>
                    </a:p>
                  </a:txBody>
                  <a:tcPr marL="45043" marR="45043" marT="45043" marB="45043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553233"/>
                  </a:ext>
                </a:extLst>
              </a:tr>
              <a:tr h="698174">
                <a:tc>
                  <a:txBody>
                    <a:bodyPr/>
                    <a:lstStyle/>
                    <a:p>
                      <a:pPr marL="342900" indent="-342900">
                        <a:buAutoNum type="arabicPeriod" startAt="4"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Base Fields</a:t>
                      </a:r>
                    </a:p>
                    <a:p>
                      <a:pPr marL="0" indent="0">
                        <a:buNone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基础数据字段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4862" marR="45043" marT="45043" marB="45043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系统需要提供哪些最原始的数据字段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字段的直接来源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45043" marR="45043" marT="45043" marB="45043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554786"/>
                  </a:ext>
                </a:extLst>
              </a:tr>
              <a:tr h="698174">
                <a:tc>
                  <a:txBody>
                    <a:bodyPr/>
                    <a:lstStyle/>
                    <a:p>
                      <a:pPr marL="342900" indent="-342900">
                        <a:buAutoNum type="arabicPeriod" startAt="5"/>
                      </a:pPr>
                      <a:r>
                        <a:rPr lang="en-US" sz="1400" b="0" dirty="0">
                          <a:effectLst/>
                          <a:latin typeface="+mj-lt"/>
                        </a:rPr>
                        <a:t>Calculated Fields</a:t>
                      </a:r>
                      <a:endParaRPr lang="en-US" sz="14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      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计算字段</a:t>
                      </a:r>
                      <a:endParaRPr lang="en-US" sz="1400" b="0" dirty="0">
                        <a:effectLst/>
                        <a:latin typeface="+mj-lt"/>
                      </a:endParaRPr>
                    </a:p>
                  </a:txBody>
                  <a:tcPr marL="64862" marR="45043" marT="45043" marB="45043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0" dirty="0">
                          <a:effectLst/>
                          <a:latin typeface="+mj-lt"/>
                        </a:rPr>
                        <a:t>列出所需计算的字段</a:t>
                      </a:r>
                    </a:p>
                  </a:txBody>
                  <a:tcPr marL="45043" marR="45043" marT="45043" marB="45043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198916"/>
                  </a:ext>
                </a:extLst>
              </a:tr>
              <a:tr h="698174">
                <a:tc>
                  <a:txBody>
                    <a:bodyPr/>
                    <a:lstStyle/>
                    <a:p>
                      <a:pPr marL="342900" indent="-342900">
                        <a:buAutoNum type="arabicPeriod" startAt="6"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Filters / Grouping Fields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      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过滤与分组条件</a:t>
                      </a:r>
                    </a:p>
                  </a:txBody>
                  <a:tcPr marL="64862" marR="45043" marT="45043" marB="45043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通常会按什么条件筛选或分组查看这些数据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如：按仓库地点筛选、按产品类别分组</a:t>
                      </a:r>
                    </a:p>
                  </a:txBody>
                  <a:tcPr marL="45043" marR="45043" marT="45043" marB="45043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131328"/>
                  </a:ext>
                </a:extLst>
              </a:tr>
            </a:tbl>
          </a:graphicData>
        </a:graphic>
      </p:graphicFrame>
      <p:grpSp>
        <p:nvGrpSpPr>
          <p:cNvPr id="19" name="组合 1">
            <a:extLst>
              <a:ext uri="{FF2B5EF4-FFF2-40B4-BE49-F238E27FC236}">
                <a16:creationId xmlns:a16="http://schemas.microsoft.com/office/drawing/2014/main" id="{F85A771A-969C-32A3-6811-2FECB2E9C731}"/>
              </a:ext>
            </a:extLst>
          </p:cNvPr>
          <p:cNvGrpSpPr/>
          <p:nvPr/>
        </p:nvGrpSpPr>
        <p:grpSpPr>
          <a:xfrm>
            <a:off x="8319006" y="1637849"/>
            <a:ext cx="3118179" cy="3114429"/>
            <a:chOff x="4237661" y="1949276"/>
            <a:chExt cx="3716678" cy="3712208"/>
          </a:xfrm>
          <a:effectLst/>
        </p:grpSpPr>
        <p:sp>
          <p:nvSpPr>
            <p:cNvPr id="20" name="Number1">
              <a:extLst>
                <a:ext uri="{FF2B5EF4-FFF2-40B4-BE49-F238E27FC236}">
                  <a16:creationId xmlns:a16="http://schemas.microsoft.com/office/drawing/2014/main" id="{EF26104E-A67F-75E7-C42A-3E97A47FD100}"/>
                </a:ext>
              </a:extLst>
            </p:cNvPr>
            <p:cNvSpPr/>
            <p:nvPr/>
          </p:nvSpPr>
          <p:spPr>
            <a:xfrm>
              <a:off x="4237661" y="1949276"/>
              <a:ext cx="1755167" cy="1755167"/>
            </a:xfrm>
            <a:prstGeom prst="rect">
              <a:avLst/>
            </a:prstGeom>
            <a:solidFill>
              <a:srgbClr val="C00000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sz="2000" b="1" dirty="0">
                  <a:solidFill>
                    <a:schemeClr val="bg1"/>
                  </a:solidFill>
                </a:rPr>
                <a:t>01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Number2">
              <a:extLst>
                <a:ext uri="{FF2B5EF4-FFF2-40B4-BE49-F238E27FC236}">
                  <a16:creationId xmlns:a16="http://schemas.microsoft.com/office/drawing/2014/main" id="{6C9A1153-FB4C-B40D-57EA-779263701CE2}"/>
                </a:ext>
              </a:extLst>
            </p:cNvPr>
            <p:cNvSpPr/>
            <p:nvPr/>
          </p:nvSpPr>
          <p:spPr>
            <a:xfrm>
              <a:off x="4237661" y="3906317"/>
              <a:ext cx="1755167" cy="175516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sz="2000" b="1" dirty="0">
                  <a:solidFill>
                    <a:schemeClr val="bg1"/>
                  </a:solidFill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Number3">
              <a:extLst>
                <a:ext uri="{FF2B5EF4-FFF2-40B4-BE49-F238E27FC236}">
                  <a16:creationId xmlns:a16="http://schemas.microsoft.com/office/drawing/2014/main" id="{B4C2FFEF-E715-951B-11AA-5BBD96E17E00}"/>
                </a:ext>
              </a:extLst>
            </p:cNvPr>
            <p:cNvSpPr/>
            <p:nvPr/>
          </p:nvSpPr>
          <p:spPr>
            <a:xfrm>
              <a:off x="6199172" y="1949276"/>
              <a:ext cx="1755167" cy="175516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sz="2000" b="1" dirty="0">
                  <a:solidFill>
                    <a:schemeClr val="bg1"/>
                  </a:solidFill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Number4">
              <a:extLst>
                <a:ext uri="{FF2B5EF4-FFF2-40B4-BE49-F238E27FC236}">
                  <a16:creationId xmlns:a16="http://schemas.microsoft.com/office/drawing/2014/main" id="{1C2198CA-623F-D656-B840-E8CC794B90E0}"/>
                </a:ext>
              </a:extLst>
            </p:cNvPr>
            <p:cNvSpPr/>
            <p:nvPr/>
          </p:nvSpPr>
          <p:spPr>
            <a:xfrm>
              <a:off x="6199172" y="3906317"/>
              <a:ext cx="1755167" cy="175516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sz="2000" b="1" dirty="0">
                  <a:solidFill>
                    <a:schemeClr val="bg1"/>
                  </a:solidFill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7A0519-2B17-4A72-2618-7518AA8123F3}"/>
              </a:ext>
            </a:extLst>
          </p:cNvPr>
          <p:cNvCxnSpPr/>
          <p:nvPr/>
        </p:nvCxnSpPr>
        <p:spPr>
          <a:xfrm>
            <a:off x="8137470" y="4911402"/>
            <a:ext cx="3523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74A1D2F-2ACC-1EEE-5DD8-EB603559CC0C}"/>
              </a:ext>
            </a:extLst>
          </p:cNvPr>
          <p:cNvCxnSpPr>
            <a:cxnSpLocks/>
          </p:cNvCxnSpPr>
          <p:nvPr/>
        </p:nvCxnSpPr>
        <p:spPr>
          <a:xfrm flipV="1">
            <a:off x="8121088" y="1548442"/>
            <a:ext cx="0" cy="336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874D7AB-A78F-8798-F101-1985A224B4EA}"/>
              </a:ext>
            </a:extLst>
          </p:cNvPr>
          <p:cNvSpPr txBox="1"/>
          <p:nvPr/>
        </p:nvSpPr>
        <p:spPr>
          <a:xfrm rot="16200000">
            <a:off x="7238544" y="3063875"/>
            <a:ext cx="1310641" cy="338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defTabSz="914400">
              <a:lnSpc>
                <a:spcPct val="120000"/>
              </a:lnSpc>
              <a:spcBef>
                <a:spcPts val="200"/>
              </a:spcBef>
              <a:buClr>
                <a:schemeClr val="tx2"/>
              </a:buClr>
              <a:buSzPct val="100000"/>
            </a:pPr>
            <a:r>
              <a:rPr lang="en-US" altLang="zh-CN" sz="1400" i="1" dirty="0"/>
              <a:t>Biz Urgency</a:t>
            </a:r>
            <a:endParaRPr lang="en-US" sz="1400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22B17A-5EA8-3CE0-F972-46749A3A25E3}"/>
              </a:ext>
            </a:extLst>
          </p:cNvPr>
          <p:cNvSpPr txBox="1"/>
          <p:nvPr/>
        </p:nvSpPr>
        <p:spPr>
          <a:xfrm>
            <a:off x="9243766" y="4921645"/>
            <a:ext cx="1310641" cy="338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defTabSz="914400">
              <a:lnSpc>
                <a:spcPct val="120000"/>
              </a:lnSpc>
              <a:spcBef>
                <a:spcPts val="200"/>
              </a:spcBef>
              <a:buClr>
                <a:schemeClr val="tx2"/>
              </a:buClr>
              <a:buSzPct val="100000"/>
            </a:pPr>
            <a:r>
              <a:rPr lang="en-US" altLang="zh-CN" sz="1400" i="1" dirty="0"/>
              <a:t>Technical Diff</a:t>
            </a:r>
            <a:endParaRPr lang="en-US" sz="1400" i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B392D5-8139-C9E4-2C61-35EB68903DBE}"/>
              </a:ext>
            </a:extLst>
          </p:cNvPr>
          <p:cNvSpPr txBox="1"/>
          <p:nvPr/>
        </p:nvSpPr>
        <p:spPr>
          <a:xfrm>
            <a:off x="8447693" y="5547805"/>
            <a:ext cx="2902785" cy="455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algn="ctr" defTabSz="914400">
              <a:lnSpc>
                <a:spcPct val="120000"/>
              </a:lnSpc>
              <a:spcBef>
                <a:spcPts val="200"/>
              </a:spcBef>
              <a:buClr>
                <a:schemeClr val="tx2"/>
              </a:buClr>
              <a:buSzPct val="100000"/>
            </a:pPr>
            <a:r>
              <a:rPr lang="en-US" sz="1600" b="1" dirty="0"/>
              <a:t>Matrix - Development Sequence</a:t>
            </a:r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23378259-8D06-2285-7237-439D5E842F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617657"/>
              </p:ext>
            </p:extLst>
          </p:nvPr>
        </p:nvGraphicFramePr>
        <p:xfrm>
          <a:off x="8926513" y="455613"/>
          <a:ext cx="10795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834480" imgH="732240" progId="Excel.Sheet.12">
                  <p:embed/>
                </p:oleObj>
              </mc:Choice>
              <mc:Fallback>
                <p:oleObj name="Worksheet" showAsIcon="1" r:id="rId2" imgW="834480" imgH="732240" progId="Excel.Sheet.12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23378259-8D06-2285-7237-439D5E842F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26513" y="455613"/>
                        <a:ext cx="1079500" cy="947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453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901EC-1D1B-93FB-2113-B14406C9C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81199-AC2B-9882-7DAF-67575775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Configurable SC Report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FCF6D-8002-59C7-A5D2-EC138CDAA8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Functional Requirement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8DAAB-7FDF-4701-2985-B3B28DEEB6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634F066-FE8B-CB01-7267-07099CF3461C}"/>
              </a:ext>
            </a:extLst>
          </p:cNvPr>
          <p:cNvGrpSpPr/>
          <p:nvPr/>
        </p:nvGrpSpPr>
        <p:grpSpPr>
          <a:xfrm>
            <a:off x="297682" y="1642852"/>
            <a:ext cx="3652057" cy="4403503"/>
            <a:chOff x="297682" y="1652256"/>
            <a:chExt cx="3652057" cy="4403503"/>
          </a:xfrm>
        </p:grpSpPr>
        <p:sp>
          <p:nvSpPr>
            <p:cNvPr id="14" name="îśḻíḋé">
              <a:extLst>
                <a:ext uri="{FF2B5EF4-FFF2-40B4-BE49-F238E27FC236}">
                  <a16:creationId xmlns:a16="http://schemas.microsoft.com/office/drawing/2014/main" id="{97AB3BEF-5AD5-D458-C75B-4B313E193537}"/>
                </a:ext>
              </a:extLst>
            </p:cNvPr>
            <p:cNvSpPr/>
            <p:nvPr/>
          </p:nvSpPr>
          <p:spPr>
            <a:xfrm>
              <a:off x="297682" y="1712112"/>
              <a:ext cx="3652057" cy="4343647"/>
            </a:xfrm>
            <a:prstGeom prst="roundRect">
              <a:avLst>
                <a:gd name="adj" fmla="val 0"/>
              </a:avLst>
            </a:prstGeom>
            <a:solidFill>
              <a:srgbClr val="F9E7E7"/>
            </a:solidFill>
            <a:ln w="605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>
                <a:lnSpc>
                  <a:spcPct val="130000"/>
                </a:lnSpc>
              </a:pPr>
              <a:endParaRPr kumimoji="1" lang="en-US" altLang="zh-CN" sz="1000" dirty="0">
                <a:solidFill>
                  <a:schemeClr val="tx1"/>
                </a:solidFill>
              </a:endParaRPr>
            </a:p>
          </p:txBody>
        </p:sp>
        <p:sp>
          <p:nvSpPr>
            <p:cNvPr id="33" name="îśḻíḋé">
              <a:extLst>
                <a:ext uri="{FF2B5EF4-FFF2-40B4-BE49-F238E27FC236}">
                  <a16:creationId xmlns:a16="http://schemas.microsoft.com/office/drawing/2014/main" id="{802C5B22-2329-FC95-E6EF-DF851FD5015E}"/>
                </a:ext>
              </a:extLst>
            </p:cNvPr>
            <p:cNvSpPr/>
            <p:nvPr/>
          </p:nvSpPr>
          <p:spPr>
            <a:xfrm>
              <a:off x="297682" y="1712110"/>
              <a:ext cx="3652057" cy="4343647"/>
            </a:xfrm>
            <a:prstGeom prst="roundRect">
              <a:avLst>
                <a:gd name="adj" fmla="val 0"/>
              </a:avLst>
            </a:prstGeom>
            <a:noFill/>
            <a:ln w="605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>
                <a:lnSpc>
                  <a:spcPct val="130000"/>
                </a:lnSpc>
              </a:pPr>
              <a:endParaRPr kumimoji="1" lang="en-US" altLang="zh-CN" sz="1000" dirty="0">
                <a:solidFill>
                  <a:schemeClr val="tx1"/>
                </a:solidFill>
              </a:endParaRPr>
            </a:p>
          </p:txBody>
        </p:sp>
        <p:sp>
          <p:nvSpPr>
            <p:cNvPr id="39" name="Bullet1">
              <a:extLst>
                <a:ext uri="{FF2B5EF4-FFF2-40B4-BE49-F238E27FC236}">
                  <a16:creationId xmlns:a16="http://schemas.microsoft.com/office/drawing/2014/main" id="{3FBB2243-A6A4-E714-36AF-6D5F95A73269}"/>
                </a:ext>
              </a:extLst>
            </p:cNvPr>
            <p:cNvSpPr/>
            <p:nvPr/>
          </p:nvSpPr>
          <p:spPr>
            <a:xfrm>
              <a:off x="580559" y="1787411"/>
              <a:ext cx="3086302" cy="4380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000" b="1" dirty="0">
                  <a:solidFill>
                    <a:schemeClr val="tx1"/>
                  </a:solidFill>
                </a:rPr>
                <a:t>Must Have</a:t>
              </a:r>
            </a:p>
          </p:txBody>
        </p:sp>
        <p:sp>
          <p:nvSpPr>
            <p:cNvPr id="40" name="Text1">
              <a:extLst>
                <a:ext uri="{FF2B5EF4-FFF2-40B4-BE49-F238E27FC236}">
                  <a16:creationId xmlns:a16="http://schemas.microsoft.com/office/drawing/2014/main" id="{4FD4EA22-6CCA-56BE-D65C-5A1078940AC0}"/>
                </a:ext>
              </a:extLst>
            </p:cNvPr>
            <p:cNvSpPr/>
            <p:nvPr/>
          </p:nvSpPr>
          <p:spPr>
            <a:xfrm>
              <a:off x="580559" y="2244156"/>
              <a:ext cx="3086302" cy="3503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marL="171450" indent="-171450">
                <a:lnSpc>
                  <a:spcPct val="120000"/>
                </a:lnSpc>
                <a:buClr>
                  <a:srgbClr val="C00000"/>
                </a:buClr>
                <a:buFont typeface="Wingdings" panose="05000000000000000000" pitchFamily="2" charset="2"/>
                <a:buChar char="§"/>
              </a:pPr>
              <a:r>
                <a:rPr kumimoji="1" lang="en-US" altLang="zh-CN" sz="1200" dirty="0">
                  <a:solidFill>
                    <a:schemeClr val="tx1"/>
                  </a:solidFill>
                </a:rPr>
                <a:t>XXXX</a:t>
              </a:r>
            </a:p>
          </p:txBody>
        </p:sp>
        <p:sp>
          <p:nvSpPr>
            <p:cNvPr id="36" name="ïṩļïḓè">
              <a:extLst>
                <a:ext uri="{FF2B5EF4-FFF2-40B4-BE49-F238E27FC236}">
                  <a16:creationId xmlns:a16="http://schemas.microsoft.com/office/drawing/2014/main" id="{109D1104-3961-A4BE-CCCB-65FACA164EA3}"/>
                </a:ext>
              </a:extLst>
            </p:cNvPr>
            <p:cNvSpPr/>
            <p:nvPr/>
          </p:nvSpPr>
          <p:spPr>
            <a:xfrm rot="16200000">
              <a:off x="2056133" y="1148647"/>
              <a:ext cx="135154" cy="114237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E5DD123-B5BB-4CA1-11D9-046FA58991AB}"/>
              </a:ext>
            </a:extLst>
          </p:cNvPr>
          <p:cNvGrpSpPr/>
          <p:nvPr/>
        </p:nvGrpSpPr>
        <p:grpSpPr>
          <a:xfrm>
            <a:off x="4280351" y="1642852"/>
            <a:ext cx="3652057" cy="4403503"/>
            <a:chOff x="297682" y="1652256"/>
            <a:chExt cx="3652057" cy="4403503"/>
          </a:xfrm>
        </p:grpSpPr>
        <p:sp>
          <p:nvSpPr>
            <p:cNvPr id="43" name="îśḻíḋé">
              <a:extLst>
                <a:ext uri="{FF2B5EF4-FFF2-40B4-BE49-F238E27FC236}">
                  <a16:creationId xmlns:a16="http://schemas.microsoft.com/office/drawing/2014/main" id="{AE16B31F-3A54-AB0E-455B-F1DA27AE3DC6}"/>
                </a:ext>
              </a:extLst>
            </p:cNvPr>
            <p:cNvSpPr/>
            <p:nvPr/>
          </p:nvSpPr>
          <p:spPr>
            <a:xfrm>
              <a:off x="297682" y="1712112"/>
              <a:ext cx="3652057" cy="4343647"/>
            </a:xfrm>
            <a:prstGeom prst="roundRect">
              <a:avLst>
                <a:gd name="adj" fmla="val 0"/>
              </a:avLst>
            </a:prstGeom>
            <a:solidFill>
              <a:srgbClr val="F9E7E7"/>
            </a:solidFill>
            <a:ln w="605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>
                <a:lnSpc>
                  <a:spcPct val="130000"/>
                </a:lnSpc>
              </a:pPr>
              <a:endParaRPr kumimoji="1" lang="en-US" altLang="zh-CN" sz="1000" dirty="0">
                <a:solidFill>
                  <a:schemeClr val="tx1"/>
                </a:solidFill>
              </a:endParaRPr>
            </a:p>
          </p:txBody>
        </p:sp>
        <p:sp>
          <p:nvSpPr>
            <p:cNvPr id="44" name="îśḻíḋé">
              <a:extLst>
                <a:ext uri="{FF2B5EF4-FFF2-40B4-BE49-F238E27FC236}">
                  <a16:creationId xmlns:a16="http://schemas.microsoft.com/office/drawing/2014/main" id="{31E7DC1C-DE94-08BD-7CDD-8C2811ABD2CA}"/>
                </a:ext>
              </a:extLst>
            </p:cNvPr>
            <p:cNvSpPr/>
            <p:nvPr/>
          </p:nvSpPr>
          <p:spPr>
            <a:xfrm>
              <a:off x="297682" y="1712110"/>
              <a:ext cx="3652057" cy="4343647"/>
            </a:xfrm>
            <a:prstGeom prst="roundRect">
              <a:avLst>
                <a:gd name="adj" fmla="val 0"/>
              </a:avLst>
            </a:prstGeom>
            <a:noFill/>
            <a:ln w="605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>
                <a:lnSpc>
                  <a:spcPct val="130000"/>
                </a:lnSpc>
              </a:pPr>
              <a:endParaRPr kumimoji="1" lang="en-US" altLang="zh-CN" sz="1000" dirty="0">
                <a:solidFill>
                  <a:schemeClr val="tx1"/>
                </a:solidFill>
              </a:endParaRPr>
            </a:p>
          </p:txBody>
        </p:sp>
        <p:sp>
          <p:nvSpPr>
            <p:cNvPr id="45" name="Bullet1">
              <a:extLst>
                <a:ext uri="{FF2B5EF4-FFF2-40B4-BE49-F238E27FC236}">
                  <a16:creationId xmlns:a16="http://schemas.microsoft.com/office/drawing/2014/main" id="{E4BC491F-E6B3-0C1A-C7C7-EED9E581E621}"/>
                </a:ext>
              </a:extLst>
            </p:cNvPr>
            <p:cNvSpPr/>
            <p:nvPr/>
          </p:nvSpPr>
          <p:spPr>
            <a:xfrm>
              <a:off x="580559" y="1787411"/>
              <a:ext cx="3086302" cy="4380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000" b="1" dirty="0">
                  <a:solidFill>
                    <a:schemeClr val="tx1"/>
                  </a:solidFill>
                </a:rPr>
                <a:t>Should Have</a:t>
              </a:r>
            </a:p>
          </p:txBody>
        </p:sp>
        <p:sp>
          <p:nvSpPr>
            <p:cNvPr id="46" name="Text1">
              <a:extLst>
                <a:ext uri="{FF2B5EF4-FFF2-40B4-BE49-F238E27FC236}">
                  <a16:creationId xmlns:a16="http://schemas.microsoft.com/office/drawing/2014/main" id="{7FDCBAB9-E5CA-9714-E8CA-8257A5C42E0C}"/>
                </a:ext>
              </a:extLst>
            </p:cNvPr>
            <p:cNvSpPr/>
            <p:nvPr/>
          </p:nvSpPr>
          <p:spPr>
            <a:xfrm>
              <a:off x="580559" y="2244156"/>
              <a:ext cx="3086302" cy="3503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marL="171450" indent="-171450">
                <a:lnSpc>
                  <a:spcPct val="120000"/>
                </a:lnSpc>
                <a:buClr>
                  <a:srgbClr val="C00000"/>
                </a:buClr>
                <a:buFont typeface="Wingdings" panose="05000000000000000000" pitchFamily="2" charset="2"/>
                <a:buChar char="§"/>
              </a:pPr>
              <a:r>
                <a:rPr kumimoji="1" lang="en-US" altLang="zh-CN" sz="1200" dirty="0">
                  <a:solidFill>
                    <a:schemeClr val="tx1"/>
                  </a:solidFill>
                </a:rPr>
                <a:t>XXXX</a:t>
              </a:r>
            </a:p>
          </p:txBody>
        </p:sp>
        <p:sp>
          <p:nvSpPr>
            <p:cNvPr id="47" name="ïṩļïḓè">
              <a:extLst>
                <a:ext uri="{FF2B5EF4-FFF2-40B4-BE49-F238E27FC236}">
                  <a16:creationId xmlns:a16="http://schemas.microsoft.com/office/drawing/2014/main" id="{A1BD48B7-8B80-9867-68DE-48762E05B750}"/>
                </a:ext>
              </a:extLst>
            </p:cNvPr>
            <p:cNvSpPr/>
            <p:nvPr/>
          </p:nvSpPr>
          <p:spPr>
            <a:xfrm rot="16200000">
              <a:off x="2056133" y="1148647"/>
              <a:ext cx="135154" cy="114237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78CF4F5-1F3F-1C13-B992-8348E8C927AA}"/>
              </a:ext>
            </a:extLst>
          </p:cNvPr>
          <p:cNvGrpSpPr/>
          <p:nvPr/>
        </p:nvGrpSpPr>
        <p:grpSpPr>
          <a:xfrm>
            <a:off x="8273231" y="1642852"/>
            <a:ext cx="3652057" cy="4403503"/>
            <a:chOff x="297682" y="1652256"/>
            <a:chExt cx="3652057" cy="4403503"/>
          </a:xfrm>
        </p:grpSpPr>
        <p:sp>
          <p:nvSpPr>
            <p:cNvPr id="49" name="îśḻíḋé">
              <a:extLst>
                <a:ext uri="{FF2B5EF4-FFF2-40B4-BE49-F238E27FC236}">
                  <a16:creationId xmlns:a16="http://schemas.microsoft.com/office/drawing/2014/main" id="{AD538FF5-F5F0-4A13-6500-086E1FCA3857}"/>
                </a:ext>
              </a:extLst>
            </p:cNvPr>
            <p:cNvSpPr/>
            <p:nvPr/>
          </p:nvSpPr>
          <p:spPr>
            <a:xfrm>
              <a:off x="297682" y="1712112"/>
              <a:ext cx="3652057" cy="4343647"/>
            </a:xfrm>
            <a:prstGeom prst="roundRect">
              <a:avLst>
                <a:gd name="adj" fmla="val 0"/>
              </a:avLst>
            </a:prstGeom>
            <a:solidFill>
              <a:srgbClr val="F9E7E7"/>
            </a:solidFill>
            <a:ln w="605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>
                <a:lnSpc>
                  <a:spcPct val="130000"/>
                </a:lnSpc>
              </a:pPr>
              <a:endParaRPr kumimoji="1" lang="en-US" altLang="zh-CN" sz="1000" dirty="0">
                <a:solidFill>
                  <a:schemeClr val="tx1"/>
                </a:solidFill>
              </a:endParaRPr>
            </a:p>
          </p:txBody>
        </p:sp>
        <p:sp>
          <p:nvSpPr>
            <p:cNvPr id="50" name="îśḻíḋé">
              <a:extLst>
                <a:ext uri="{FF2B5EF4-FFF2-40B4-BE49-F238E27FC236}">
                  <a16:creationId xmlns:a16="http://schemas.microsoft.com/office/drawing/2014/main" id="{C30BE612-45E5-B51E-06BC-AEF95987D7AA}"/>
                </a:ext>
              </a:extLst>
            </p:cNvPr>
            <p:cNvSpPr/>
            <p:nvPr/>
          </p:nvSpPr>
          <p:spPr>
            <a:xfrm>
              <a:off x="297682" y="1712110"/>
              <a:ext cx="3652057" cy="4343647"/>
            </a:xfrm>
            <a:prstGeom prst="roundRect">
              <a:avLst>
                <a:gd name="adj" fmla="val 0"/>
              </a:avLst>
            </a:prstGeom>
            <a:noFill/>
            <a:ln w="6055" cap="flat">
              <a:noFill/>
              <a:prstDash val="solid"/>
              <a:miter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>
                <a:lnSpc>
                  <a:spcPct val="130000"/>
                </a:lnSpc>
              </a:pPr>
              <a:endParaRPr kumimoji="1" lang="en-US" altLang="zh-CN" sz="1000" dirty="0">
                <a:solidFill>
                  <a:schemeClr val="tx1"/>
                </a:solidFill>
              </a:endParaRPr>
            </a:p>
          </p:txBody>
        </p:sp>
        <p:sp>
          <p:nvSpPr>
            <p:cNvPr id="51" name="Bullet1">
              <a:extLst>
                <a:ext uri="{FF2B5EF4-FFF2-40B4-BE49-F238E27FC236}">
                  <a16:creationId xmlns:a16="http://schemas.microsoft.com/office/drawing/2014/main" id="{64003074-409B-5191-4FEB-F431EDD5326B}"/>
                </a:ext>
              </a:extLst>
            </p:cNvPr>
            <p:cNvSpPr/>
            <p:nvPr/>
          </p:nvSpPr>
          <p:spPr>
            <a:xfrm>
              <a:off x="580559" y="1787411"/>
              <a:ext cx="3086302" cy="4380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kumimoji="1" lang="en-US" altLang="zh-CN" sz="2000" b="1" dirty="0">
                  <a:solidFill>
                    <a:schemeClr val="tx1"/>
                  </a:solidFill>
                </a:rPr>
                <a:t>Delight to Have</a:t>
              </a:r>
            </a:p>
          </p:txBody>
        </p:sp>
        <p:sp>
          <p:nvSpPr>
            <p:cNvPr id="52" name="Text1">
              <a:extLst>
                <a:ext uri="{FF2B5EF4-FFF2-40B4-BE49-F238E27FC236}">
                  <a16:creationId xmlns:a16="http://schemas.microsoft.com/office/drawing/2014/main" id="{FDD6A09C-BA6C-35A7-4990-7DFF99B197BE}"/>
                </a:ext>
              </a:extLst>
            </p:cNvPr>
            <p:cNvSpPr/>
            <p:nvPr/>
          </p:nvSpPr>
          <p:spPr>
            <a:xfrm>
              <a:off x="580559" y="2244156"/>
              <a:ext cx="3086302" cy="3503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marL="171450" indent="-171450">
                <a:lnSpc>
                  <a:spcPct val="120000"/>
                </a:lnSpc>
                <a:buClr>
                  <a:srgbClr val="C00000"/>
                </a:buClr>
                <a:buFont typeface="Wingdings" panose="05000000000000000000" pitchFamily="2" charset="2"/>
                <a:buChar char="§"/>
              </a:pPr>
              <a:r>
                <a:rPr kumimoji="1" lang="en-US" altLang="zh-CN" sz="1200" dirty="0">
                  <a:solidFill>
                    <a:schemeClr val="tx1"/>
                  </a:solidFill>
                </a:rPr>
                <a:t>XXXX</a:t>
              </a:r>
            </a:p>
          </p:txBody>
        </p:sp>
        <p:sp>
          <p:nvSpPr>
            <p:cNvPr id="53" name="ïṩļïḓè">
              <a:extLst>
                <a:ext uri="{FF2B5EF4-FFF2-40B4-BE49-F238E27FC236}">
                  <a16:creationId xmlns:a16="http://schemas.microsoft.com/office/drawing/2014/main" id="{0D76E1FA-2D05-243C-37B4-FE28B33131D9}"/>
                </a:ext>
              </a:extLst>
            </p:cNvPr>
            <p:cNvSpPr/>
            <p:nvPr/>
          </p:nvSpPr>
          <p:spPr>
            <a:xfrm rot="16200000">
              <a:off x="2056133" y="1148647"/>
              <a:ext cx="135154" cy="114237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8547DE4-EEB3-3CAC-6FDE-CF4C707974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196435"/>
              </p:ext>
            </p:extLst>
          </p:nvPr>
        </p:nvGraphicFramePr>
        <p:xfrm>
          <a:off x="8920163" y="511175"/>
          <a:ext cx="992187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834480" imgH="732240" progId="Package">
                  <p:embed/>
                </p:oleObj>
              </mc:Choice>
              <mc:Fallback>
                <p:oleObj name="Packager Shell Object" showAsIcon="1" r:id="rId2" imgW="834480" imgH="732240" progId="Package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8547DE4-EEB3-3CAC-6FDE-CF4C707974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20163" y="511175"/>
                        <a:ext cx="992187" cy="871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7762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7299-3AC4-61CF-3E45-BAEC219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Configurable SC Report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4C1A7-1270-D333-8EDD-E5E7C68686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ADC9B2-7459-1EA7-B873-2F7426E7C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B1DFD3C-674A-5DD8-5F65-EE56F04BBF9C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229922452"/>
              </p:ext>
            </p:extLst>
          </p:nvPr>
        </p:nvGraphicFramePr>
        <p:xfrm>
          <a:off x="300038" y="1447799"/>
          <a:ext cx="3738562" cy="3918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76">
                  <a:extLst>
                    <a:ext uri="{9D8B030D-6E8A-4147-A177-3AD203B41FA5}">
                      <a16:colId xmlns:a16="http://schemas.microsoft.com/office/drawing/2014/main" val="619854437"/>
                    </a:ext>
                  </a:extLst>
                </a:gridCol>
                <a:gridCol w="2601686">
                  <a:extLst>
                    <a:ext uri="{9D8B030D-6E8A-4147-A177-3AD203B41FA5}">
                      <a16:colId xmlns:a16="http://schemas.microsoft.com/office/drawing/2014/main" val="2414175640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Division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Rep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8397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LPG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90755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24240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BPG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388199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CMD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12264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95685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GSG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09315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SDG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537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609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C5898-031C-4E6B-A15E-DDD5532B7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06F1E-66CD-4A4B-9370-B4A3080F0E6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3C095-9E98-47A3-B7D0-49CAA813F8E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04798" y="6553201"/>
            <a:ext cx="4572000" cy="304800"/>
          </a:xfrm>
        </p:spPr>
        <p:txBody>
          <a:bodyPr/>
          <a:lstStyle/>
          <a:p>
            <a:r>
              <a:rPr lang="en-US">
                <a:ea typeface="MS PGothic" panose="020B0600070205080204" pitchFamily="34" charset="-128"/>
              </a:rPr>
              <a:t>Proprietary &amp;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24226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Name&quot;:&quot;Custom&quot;,&quot;Kind&quot;:1,&quot;Id&quot;:&quot;54003930-ec8e-4beb-aafd-43b14912d540&quot;,&quot;OldGuidesSetting&quot;:{&quot;HeaderHeight&quot;:0.0,&quot;TopMargin&quot;:0.0,&quot;FooterHeight&quot;:0.0,&quot;BottomMargin&quot;:0.0,&quot;SideMargin&quot;:0.0,&quot;IntervalMargin&quot;:0.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KDlxtnM3sHomuoj_L0.Q"/>
</p:tagLst>
</file>

<file path=ppt/theme/theme1.xml><?xml version="1.0" encoding="utf-8"?>
<a:theme xmlns:a="http://schemas.openxmlformats.org/drawingml/2006/main" name="Thermo 1">
  <a:themeElements>
    <a:clrScheme name="TFS 2020">
      <a:dk1>
        <a:srgbClr val="222222"/>
      </a:dk1>
      <a:lt1>
        <a:srgbClr val="FFFFFF"/>
      </a:lt1>
      <a:dk2>
        <a:srgbClr val="E61316"/>
      </a:dk2>
      <a:lt2>
        <a:srgbClr val="E2E3E3"/>
      </a:lt2>
      <a:accent1>
        <a:srgbClr val="262160"/>
      </a:accent1>
      <a:accent2>
        <a:srgbClr val="9AD3DC"/>
      </a:accent2>
      <a:accent3>
        <a:srgbClr val="F0B234"/>
      </a:accent3>
      <a:accent4>
        <a:srgbClr val="EA7600"/>
      </a:accent4>
      <a:accent5>
        <a:srgbClr val="545859"/>
      </a:accent5>
      <a:accent6>
        <a:srgbClr val="B4BD01"/>
      </a:accent6>
      <a:hlink>
        <a:srgbClr val="00677F"/>
      </a:hlink>
      <a:folHlink>
        <a:srgbClr val="512C6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tx2"/>
        </a:solidFill>
        <a:ln w="3175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ctr" defTabSz="914400" eaLnBrk="0" fontAlgn="base" hangingPunct="0">
          <a:spcBef>
            <a:spcPct val="0"/>
          </a:spcBef>
          <a:spcAft>
            <a:spcPct val="0"/>
          </a:spcAft>
          <a:defRPr sz="1800" dirty="0">
            <a:latin typeface="Arial" pitchFamily="124" charset="0"/>
          </a:defRPr>
        </a:defPPr>
      </a:lstStyle>
    </a:spDef>
    <a:txDef>
      <a:spPr>
        <a:noFill/>
      </a:spPr>
      <a:bodyPr wrap="square" lIns="0" tIns="0" rIns="0" bIns="0" rtlCol="0">
        <a:normAutofit/>
      </a:bodyPr>
      <a:lstStyle>
        <a:defPPr marL="287338" indent="-287338" algn="l" defTabSz="914400">
          <a:lnSpc>
            <a:spcPct val="120000"/>
          </a:lnSpc>
          <a:spcBef>
            <a:spcPts val="200"/>
          </a:spcBef>
          <a:buClr>
            <a:schemeClr val="tx2"/>
          </a:buClr>
          <a:buSzPct val="100000"/>
          <a:buFont typeface="Arial" panose="020B0604020202020204" pitchFamily="34" charset="0"/>
          <a:buChar char="•"/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0A3AF59E-B783-4B37-B4CA-8AF5E342F910}" vid="{409D2D3A-C389-43EB-946B-D7A0DE524F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6659</TotalTime>
  <Words>331</Words>
  <Application>Microsoft Office PowerPoint</Application>
  <PresentationFormat>Widescreen</PresentationFormat>
  <Paragraphs>104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MS PGothic</vt:lpstr>
      <vt:lpstr>Aptos</vt:lpstr>
      <vt:lpstr>Arial</vt:lpstr>
      <vt:lpstr>Wingdings</vt:lpstr>
      <vt:lpstr>Thermo 1</vt:lpstr>
      <vt:lpstr>think-cell Slide</vt:lpstr>
      <vt:lpstr>Microsoft Excel Worksheet</vt:lpstr>
      <vt:lpstr>Package</vt:lpstr>
      <vt:lpstr>Configurable SC Report Platform User Requirements</vt:lpstr>
      <vt:lpstr>Configurable SC Report Platform</vt:lpstr>
      <vt:lpstr>Configurable SC Report Platform</vt:lpstr>
      <vt:lpstr>Configurable SC Report Platform</vt:lpstr>
      <vt:lpstr>Configurable SC Report Platform</vt:lpstr>
      <vt:lpstr>PowerPoint Presentation</vt:lpstr>
    </vt:vector>
  </TitlesOfParts>
  <Company>Thermo Fisher Scientific,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Xue, Zinan</dc:creator>
  <cp:lastModifiedBy>Xue, Zinan</cp:lastModifiedBy>
  <cp:revision>6</cp:revision>
  <dcterms:created xsi:type="dcterms:W3CDTF">2025-02-17T02:26:20Z</dcterms:created>
  <dcterms:modified xsi:type="dcterms:W3CDTF">2025-08-28T08:46:58Z</dcterms:modified>
</cp:coreProperties>
</file>