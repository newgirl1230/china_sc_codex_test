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79AA0-7293-4D0D-8F8D-91BF7E598A09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8667A-0318-429A-A5B8-9F9941C3F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92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DA7E-8C10-1D91-E6BA-BA454F61A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F44E7-02D1-7C5C-4468-DA22D7B6A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4C69-4166-EDBC-2445-0B70E600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E9B0-4449-4BF2-005C-91D59620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1785-BF58-B4CE-B111-887D2F01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38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3123-756D-7E02-5431-0F3B6F0A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4F32B-A811-4F34-D2AA-63501808C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DAE68-0B1C-09E9-7FEC-0A0BA0D0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60BF1-1F2D-1B86-7E3C-FD31A611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93C55-A91D-F265-7963-793E5D18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31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C359-5A34-5525-CDAC-1B9106E9D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C456-75AB-0022-0368-8D92A7EAA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79117-C794-DE47-C15D-E1AA215C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810BF-AE6F-045F-A7BE-524F5BCD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5B308-923B-B441-3807-4A03BD7E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13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7C87-84CB-8B97-C16B-701E987BC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CC2C3-4B76-8A0F-AF7F-CA297A3E7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32B54-032C-65C6-4CC9-E64073FF9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C6AA6-5739-1963-92A5-45ABBD4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6107B-B637-1867-84FA-91A2F3C5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CAEC2-190B-D2C9-9E3B-E4B9013F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4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95A6-5DEE-CC4A-824D-C5C260CC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0665A-BFD7-4003-AD6A-BA574E871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2F4A3-4E28-21BC-1609-0DEB9198C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1572E-F7C8-5E09-D384-B39C1BBEA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0D744-46EA-240F-0900-8136D85C0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C1877-2E2F-4A7D-6A2D-C86AF74D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CA4C77-7059-3000-EA71-5924E07E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FAB2C-1E33-0DF0-59EB-31EF6C8A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14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7962-3F0D-D391-64C6-4DAD5BDC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E4786-8E1A-FBC2-B510-8ED4D428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AFD7-99D9-8717-51BA-9276D6C8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1B29D-FF8A-0A82-668C-40CC5415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63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21511-1571-E5EA-82ED-AE0239F5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027C9-A62C-91D8-BB7D-703C8366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3830E-A29B-DF39-44A1-C932E5F8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93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FB87-02F0-9F6A-DB33-A7569F5A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1D64-62A2-F8D1-C9C2-C39CE836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656E5-3D42-A45B-CF44-40B8F0145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368C7-E9C7-4104-3160-48186FB4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E25E1-31BF-4CF2-7E13-781B5E54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986EE-F73F-81BA-D5D8-F65F4A96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04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B214-BD37-DA9C-FD29-E2E328E0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EEBFC8-B6D8-EC0F-13C7-236C82F58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478FD-DE18-B294-E5F0-869545C49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53E8B-597E-47C7-2950-4AD1891E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6F972-1D0A-7A39-A815-F4E5F155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00B4A-B1F5-6551-059E-5D103D0E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783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BFD0-90F6-8091-B04D-9BE01A4C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8B4F8-DBC1-2CC6-07F1-C8B2A602D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881EF-E335-489A-8DCE-074A0494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6375F-B8E0-09F1-EA35-35858305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43F88-C5B6-0927-D8CE-D954976F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C6114-3E6E-163A-5110-53783F54C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B9B2E-5DFE-DE12-060C-828502E6A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0A564-9188-3C65-470A-988F53B3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D57BA-0A91-3A05-B9BD-678D2C68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C47F-2552-2B2F-FA7C-936588A3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24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38C1A-33CC-96CC-6F64-C769BB25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6F672-FD36-8125-1DAF-65A4BCAE6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8C78-0810-4EFC-CB29-799F93935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B0064-8B1A-485E-9E74-B44EEF801417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C5CE0-BFFE-CAC4-1D85-0361D3F9E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2F701-B11D-B4CD-DAA4-EE4958DBC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1D013-81CB-4FE3-B644-5EFF6ECB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51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D38446-236D-20C3-0461-45E1CAF1D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448641"/>
              </p:ext>
            </p:extLst>
          </p:nvPr>
        </p:nvGraphicFramePr>
        <p:xfrm>
          <a:off x="9977" y="1104154"/>
          <a:ext cx="12172046" cy="24688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210131">
                  <a:extLst>
                    <a:ext uri="{9D8B030D-6E8A-4147-A177-3AD203B41FA5}">
                      <a16:colId xmlns:a16="http://schemas.microsoft.com/office/drawing/2014/main" val="1369732281"/>
                    </a:ext>
                  </a:extLst>
                </a:gridCol>
                <a:gridCol w="957035">
                  <a:extLst>
                    <a:ext uri="{9D8B030D-6E8A-4147-A177-3AD203B41FA5}">
                      <a16:colId xmlns:a16="http://schemas.microsoft.com/office/drawing/2014/main" val="691190754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2018533502"/>
                    </a:ext>
                  </a:extLst>
                </a:gridCol>
                <a:gridCol w="1012371">
                  <a:extLst>
                    <a:ext uri="{9D8B030D-6E8A-4147-A177-3AD203B41FA5}">
                      <a16:colId xmlns:a16="http://schemas.microsoft.com/office/drawing/2014/main" val="3793817333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3896048822"/>
                    </a:ext>
                  </a:extLst>
                </a:gridCol>
                <a:gridCol w="1220108">
                  <a:extLst>
                    <a:ext uri="{9D8B030D-6E8A-4147-A177-3AD203B41FA5}">
                      <a16:colId xmlns:a16="http://schemas.microsoft.com/office/drawing/2014/main" val="4276924124"/>
                    </a:ext>
                  </a:extLst>
                </a:gridCol>
                <a:gridCol w="1207406">
                  <a:extLst>
                    <a:ext uri="{9D8B030D-6E8A-4147-A177-3AD203B41FA5}">
                      <a16:colId xmlns:a16="http://schemas.microsoft.com/office/drawing/2014/main" val="2974222073"/>
                    </a:ext>
                  </a:extLst>
                </a:gridCol>
                <a:gridCol w="1002394">
                  <a:extLst>
                    <a:ext uri="{9D8B030D-6E8A-4147-A177-3AD203B41FA5}">
                      <a16:colId xmlns:a16="http://schemas.microsoft.com/office/drawing/2014/main" val="1757709246"/>
                    </a:ext>
                  </a:extLst>
                </a:gridCol>
                <a:gridCol w="957944">
                  <a:extLst>
                    <a:ext uri="{9D8B030D-6E8A-4147-A177-3AD203B41FA5}">
                      <a16:colId xmlns:a16="http://schemas.microsoft.com/office/drawing/2014/main" val="2954391807"/>
                    </a:ext>
                  </a:extLst>
                </a:gridCol>
                <a:gridCol w="489857">
                  <a:extLst>
                    <a:ext uri="{9D8B030D-6E8A-4147-A177-3AD203B41FA5}">
                      <a16:colId xmlns:a16="http://schemas.microsoft.com/office/drawing/2014/main" val="3812892147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5501799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40978507"/>
                    </a:ext>
                  </a:extLst>
                </a:gridCol>
              </a:tblGrid>
              <a:tr h="734057"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Description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Plan Execution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Duration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Last Run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Next Run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Relation Report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Dependencies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dirty="0"/>
                        <a:t>Operation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87982"/>
                  </a:ext>
                </a:extLst>
              </a:tr>
              <a:tr h="366083">
                <a:tc>
                  <a:txBody>
                    <a:bodyPr/>
                    <a:lstStyle/>
                    <a:p>
                      <a:r>
                        <a:rPr lang="en-US" altLang="zh-CN" dirty="0"/>
                        <a:t>MPS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xxxxxxx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Weekly Monday 10 AM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 Min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Succeed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2025-11-1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2025-11-2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707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Datamart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xxxx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Daily 10 AM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 Min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Failed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2025-11-1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2025-11-2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307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8F007F-1930-C161-A765-26131F3A1135}"/>
              </a:ext>
            </a:extLst>
          </p:cNvPr>
          <p:cNvSpPr txBox="1"/>
          <p:nvPr/>
        </p:nvSpPr>
        <p:spPr>
          <a:xfrm>
            <a:off x="486227" y="250762"/>
            <a:ext cx="2692401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根据</a:t>
            </a:r>
            <a:r>
              <a:rPr lang="en-US" altLang="zh-CN" dirty="0"/>
              <a:t>Report Relation</a:t>
            </a:r>
            <a:r>
              <a:rPr lang="zh-CN" altLang="en-US" dirty="0"/>
              <a:t>搜索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AB6E8-D86F-3A52-E8D7-87BEDC870463}"/>
              </a:ext>
            </a:extLst>
          </p:cNvPr>
          <p:cNvSpPr txBox="1"/>
          <p:nvPr/>
        </p:nvSpPr>
        <p:spPr>
          <a:xfrm>
            <a:off x="3392714" y="250762"/>
            <a:ext cx="194128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根据</a:t>
            </a:r>
            <a:r>
              <a:rPr lang="en-US" altLang="zh-CN" dirty="0"/>
              <a:t>job</a:t>
            </a:r>
            <a:r>
              <a:rPr lang="zh-CN" altLang="en-US" dirty="0"/>
              <a:t>搜索</a:t>
            </a:r>
            <a:endParaRPr lang="en-US" altLang="zh-CN" dirty="0"/>
          </a:p>
        </p:txBody>
      </p:sp>
      <p:pic>
        <p:nvPicPr>
          <p:cNvPr id="13" name="Graphic 12" descr="Binoculars with solid fill">
            <a:extLst>
              <a:ext uri="{FF2B5EF4-FFF2-40B4-BE49-F238E27FC236}">
                <a16:creationId xmlns:a16="http://schemas.microsoft.com/office/drawing/2014/main" id="{0A9CFDFF-978D-32F1-7F2D-5D2B930FA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676604" y="2166622"/>
            <a:ext cx="359746" cy="35974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C3F303-AA6E-207C-B9F9-7369DC7BC773}"/>
              </a:ext>
            </a:extLst>
          </p:cNvPr>
          <p:cNvSpPr/>
          <p:nvPr/>
        </p:nvSpPr>
        <p:spPr>
          <a:xfrm>
            <a:off x="3315513" y="3938386"/>
            <a:ext cx="2764972" cy="14695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MPS Report ,</a:t>
            </a:r>
          </a:p>
          <a:p>
            <a:pPr algn="ctr"/>
            <a:r>
              <a:rPr lang="en-US" altLang="zh-CN" dirty="0"/>
              <a:t>Judgment Allocation Report</a:t>
            </a:r>
          </a:p>
          <a:p>
            <a:pPr algn="ctr"/>
            <a:r>
              <a:rPr lang="en-US" altLang="zh-CN" dirty="0"/>
              <a:t>….</a:t>
            </a:r>
            <a:endParaRPr lang="zh-CN" alt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4990DF-8B4E-1856-DC06-90951BC92CB7}"/>
              </a:ext>
            </a:extLst>
          </p:cNvPr>
          <p:cNvCxnSpPr>
            <a:cxnSpLocks/>
          </p:cNvCxnSpPr>
          <p:nvPr/>
        </p:nvCxnSpPr>
        <p:spPr>
          <a:xfrm flipH="1">
            <a:off x="4833257" y="2445346"/>
            <a:ext cx="3805967" cy="149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Binoculars with solid fill">
            <a:extLst>
              <a:ext uri="{FF2B5EF4-FFF2-40B4-BE49-F238E27FC236}">
                <a16:creationId xmlns:a16="http://schemas.microsoft.com/office/drawing/2014/main" id="{5F2E1D59-B228-77D9-69AC-0754A7691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58049" y="2141645"/>
            <a:ext cx="359747" cy="35974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8C4541-D970-F100-50D3-611852087AF3}"/>
              </a:ext>
            </a:extLst>
          </p:cNvPr>
          <p:cNvCxnSpPr>
            <a:cxnSpLocks/>
          </p:cNvCxnSpPr>
          <p:nvPr/>
        </p:nvCxnSpPr>
        <p:spPr>
          <a:xfrm flipH="1">
            <a:off x="8116973" y="2445346"/>
            <a:ext cx="1711207" cy="1416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29A954A-384A-2E43-5855-9B087A3445C4}"/>
              </a:ext>
            </a:extLst>
          </p:cNvPr>
          <p:cNvSpPr/>
          <p:nvPr/>
        </p:nvSpPr>
        <p:spPr>
          <a:xfrm>
            <a:off x="6476711" y="3938386"/>
            <a:ext cx="2764972" cy="14695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Datamart Job ,</a:t>
            </a:r>
          </a:p>
          <a:p>
            <a:pPr algn="ctr"/>
            <a:r>
              <a:rPr lang="en-US" altLang="zh-CN" dirty="0"/>
              <a:t>MPS Job</a:t>
            </a:r>
          </a:p>
          <a:p>
            <a:pPr algn="ctr"/>
            <a:r>
              <a:rPr lang="en-US" altLang="zh-CN" dirty="0"/>
              <a:t>….</a:t>
            </a:r>
            <a:endParaRPr lang="zh-CN" altLang="en-US" dirty="0"/>
          </a:p>
        </p:txBody>
      </p:sp>
      <p:pic>
        <p:nvPicPr>
          <p:cNvPr id="25" name="Graphic 24" descr="Play outline">
            <a:extLst>
              <a:ext uri="{FF2B5EF4-FFF2-40B4-BE49-F238E27FC236}">
                <a16:creationId xmlns:a16="http://schemas.microsoft.com/office/drawing/2014/main" id="{0394EB8E-424C-8810-802A-6AC193F7A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3811" y="2140474"/>
            <a:ext cx="283029" cy="283029"/>
          </a:xfrm>
          <a:prstGeom prst="rect">
            <a:avLst/>
          </a:prstGeom>
        </p:spPr>
      </p:pic>
      <p:pic>
        <p:nvPicPr>
          <p:cNvPr id="27" name="Graphic 26" descr="Stop outline">
            <a:extLst>
              <a:ext uri="{FF2B5EF4-FFF2-40B4-BE49-F238E27FC236}">
                <a16:creationId xmlns:a16="http://schemas.microsoft.com/office/drawing/2014/main" id="{6977395A-7BE8-8690-9128-3C0F0375FC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9877" y="2166622"/>
            <a:ext cx="283029" cy="283029"/>
          </a:xfrm>
          <a:prstGeom prst="rect">
            <a:avLst/>
          </a:prstGeom>
        </p:spPr>
      </p:pic>
      <p:pic>
        <p:nvPicPr>
          <p:cNvPr id="29" name="Graphic 28" descr="Envelope outline">
            <a:extLst>
              <a:ext uri="{FF2B5EF4-FFF2-40B4-BE49-F238E27FC236}">
                <a16:creationId xmlns:a16="http://schemas.microsoft.com/office/drawing/2014/main" id="{9F7E0E04-CD1B-CE5F-DFC0-9E9ACDCED0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27672" y="2162317"/>
            <a:ext cx="283029" cy="283029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B0BE463-DAB1-094F-395B-9281808A81BD}"/>
              </a:ext>
            </a:extLst>
          </p:cNvPr>
          <p:cNvCxnSpPr>
            <a:cxnSpLocks/>
          </p:cNvCxnSpPr>
          <p:nvPr/>
        </p:nvCxnSpPr>
        <p:spPr>
          <a:xfrm flipH="1">
            <a:off x="11586155" y="2445346"/>
            <a:ext cx="283031" cy="1416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06DACB3-D1EE-2509-EAE4-C0CC48C7CED3}"/>
              </a:ext>
            </a:extLst>
          </p:cNvPr>
          <p:cNvSpPr/>
          <p:nvPr/>
        </p:nvSpPr>
        <p:spPr>
          <a:xfrm>
            <a:off x="9392553" y="3938386"/>
            <a:ext cx="2764972" cy="14695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Setup Email Notification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939AF-06CC-3A19-D1D6-698FF9161387}"/>
              </a:ext>
            </a:extLst>
          </p:cNvPr>
          <p:cNvSpPr txBox="1"/>
          <p:nvPr/>
        </p:nvSpPr>
        <p:spPr>
          <a:xfrm>
            <a:off x="8581570" y="239876"/>
            <a:ext cx="194128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New Schedule</a:t>
            </a:r>
          </a:p>
        </p:txBody>
      </p:sp>
      <p:pic>
        <p:nvPicPr>
          <p:cNvPr id="11" name="Graphic 10" descr="Binoculars with solid fill">
            <a:extLst>
              <a:ext uri="{FF2B5EF4-FFF2-40B4-BE49-F238E27FC236}">
                <a16:creationId xmlns:a16="http://schemas.microsoft.com/office/drawing/2014/main" id="{7ABF9DD8-D93A-9DDD-CF34-DEED14796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676604" y="2841441"/>
            <a:ext cx="359746" cy="359746"/>
          </a:xfrm>
          <a:prstGeom prst="rect">
            <a:avLst/>
          </a:prstGeom>
        </p:spPr>
      </p:pic>
      <p:pic>
        <p:nvPicPr>
          <p:cNvPr id="12" name="Graphic 11" descr="Binoculars with solid fill">
            <a:extLst>
              <a:ext uri="{FF2B5EF4-FFF2-40B4-BE49-F238E27FC236}">
                <a16:creationId xmlns:a16="http://schemas.microsoft.com/office/drawing/2014/main" id="{81DAAD88-C66C-251D-B5E1-45A0FB55A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809156" y="2869605"/>
            <a:ext cx="359746" cy="3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10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64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>Thermo Fisher Scientific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Teng, Steven</dc:creator>
  <cp:lastModifiedBy>Teng, Steven</cp:lastModifiedBy>
  <cp:revision>6</cp:revision>
  <dcterms:created xsi:type="dcterms:W3CDTF">2025-09-04T05:57:04Z</dcterms:created>
  <dcterms:modified xsi:type="dcterms:W3CDTF">2025-09-05T02:05:15Z</dcterms:modified>
</cp:coreProperties>
</file>